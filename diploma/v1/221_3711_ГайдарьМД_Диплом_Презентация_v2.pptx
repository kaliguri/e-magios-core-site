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75" r:id="rId2"/>
    <p:sldId id="381" r:id="rId3"/>
    <p:sldId id="412" r:id="rId4"/>
    <p:sldId id="391" r:id="rId5"/>
    <p:sldId id="390" r:id="rId6"/>
    <p:sldId id="385" r:id="rId7"/>
    <p:sldId id="403" r:id="rId8"/>
    <p:sldId id="411" r:id="rId9"/>
    <p:sldId id="413" r:id="rId10"/>
    <p:sldId id="389" r:id="rId11"/>
    <p:sldId id="384" r:id="rId12"/>
    <p:sldId id="415" r:id="rId1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06E"/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113" d="100"/>
          <a:sy n="113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09.06.2026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58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73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1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разработке будут использованы следующие инструментальные средства (устно проговариваете почему)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7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8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8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18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Видео демо. Комментируете.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51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D8B31-06E9-46D3-AAFA-52D3CA6C5A17}"/>
              </a:ext>
            </a:extLst>
          </p:cNvPr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8BA12-E3B0-41D9-A987-AAEE28952C8B}"/>
              </a:ext>
            </a:extLst>
          </p:cNvPr>
          <p:cNvSpPr txBox="1"/>
          <p:nvPr/>
        </p:nvSpPr>
        <p:spPr>
          <a:xfrm>
            <a:off x="827584" y="1844824"/>
            <a:ext cx="5976664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Разработка сайта для </a:t>
            </a:r>
          </a:p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настольно-ролевой игры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99B0B-F466-41B6-8460-A62C45E458C0}"/>
              </a:ext>
            </a:extLst>
          </p:cNvPr>
          <p:cNvSpPr txBox="1"/>
          <p:nvPr/>
        </p:nvSpPr>
        <p:spPr>
          <a:xfrm>
            <a:off x="899594" y="4365104"/>
            <a:ext cx="4023914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Гайдарь Максим Денисович</a:t>
            </a:r>
          </a:p>
          <a:p>
            <a:pPr lvl="0"/>
            <a:r>
              <a:rPr lang="ru-RU" sz="1400" dirty="0"/>
              <a:t>Студент группы 221-3711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</a:t>
            </a:r>
            <a:r>
              <a:rPr lang="en-US" sz="1800" b="1" dirty="0">
                <a:solidFill>
                  <a:srgbClr val="4B6EB9"/>
                </a:solidFill>
                <a:cs typeface="Arial"/>
              </a:rPr>
              <a:t> </a:t>
            </a:r>
            <a:r>
              <a:rPr lang="ru-RU" sz="1800" b="1" dirty="0">
                <a:solidFill>
                  <a:srgbClr val="4B6EB9"/>
                </a:solidFill>
                <a:cs typeface="Arial"/>
              </a:rPr>
              <a:t>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24" y="1445568"/>
            <a:ext cx="568863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sz="1800" b="1" dirty="0"/>
              <a:t>Объект: </a:t>
            </a:r>
            <a:r>
              <a:rPr lang="ru-RU" sz="1800" dirty="0"/>
              <a:t>процесс цифровой поддержки настольной ролевой системы </a:t>
            </a:r>
            <a:r>
              <a:rPr lang="ru-RU" sz="1800" dirty="0" err="1"/>
              <a:t>E'Magios</a:t>
            </a:r>
            <a:r>
              <a:rPr lang="ru-RU" sz="1800" dirty="0"/>
              <a:t> Core.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Предмет: </a:t>
            </a:r>
            <a:r>
              <a:rPr lang="ru-RU" sz="1800" dirty="0"/>
              <a:t>веб-платформа для хранения, поиска и использования правил, справочников и пользовательских персонажей.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Актуальность: </a:t>
            </a:r>
            <a:r>
              <a:rPr lang="ru-RU" sz="1800" dirty="0"/>
              <a:t>настольная ролевая система содержит большой объём правил, заклинаний и данных персонажей. Веб-платформа упрощает поиск информации, ведение персонажей и обеспечивает облачный доступ с разных устройств.</a:t>
            </a:r>
            <a:endParaRPr lang="ru-RU" altLang="ru-RU" sz="1800" dirty="0">
              <a:cs typeface="Arial"/>
            </a:endParaRPr>
          </a:p>
        </p:txBody>
      </p:sp>
      <p:pic>
        <p:nvPicPr>
          <p:cNvPr id="1026" name="Picture 2" descr="Иллюстрация броска кубика D20 с критическим ударом 20 Иллюстрация вектора -  иллюстрации насчитывающей тип, удачливейше: 180586279">
            <a:extLst>
              <a:ext uri="{FF2B5EF4-FFF2-40B4-BE49-F238E27FC236}">
                <a16:creationId xmlns:a16="http://schemas.microsoft.com/office/drawing/2014/main" id="{AFD771CB-B809-47D2-96C5-EFF9F070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32756"/>
            <a:ext cx="2448273" cy="24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 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F9E584-E221-40BE-A38F-74A24485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988839"/>
            <a:ext cx="4758644" cy="37614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FC695A-6C48-4156-9086-06533267B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65" y="1993030"/>
            <a:ext cx="4135262" cy="20995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B1364A-5FAA-481B-93A9-D7DD4480F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64" y="4092574"/>
            <a:ext cx="3090228" cy="24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6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7030A0"/>
                </a:solidFill>
                <a:cs typeface="Arial"/>
              </a:rPr>
              <a:t>Цель и задачи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800" b="1" dirty="0"/>
              <a:t>Задачи: 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Анализ аналогичных продуктов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Создание парсинга для переноса контента из Obsidian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Проектирование структуры веб-приложения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Разработка веб-сайта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Тестирование</a:t>
            </a: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92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Анализ конкурентов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  <p:sp>
        <p:nvSpPr>
          <p:cNvPr id="7" name="AutoShape 2" descr="Сравнительная таблица платформ для игр">
            <a:extLst>
              <a:ext uri="{FF2B5EF4-FFF2-40B4-BE49-F238E27FC236}">
                <a16:creationId xmlns:a16="http://schemas.microsoft.com/office/drawing/2014/main" id="{45295387-2F59-4048-9D94-7B2FE14BD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Picture 25" descr="fig_competi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38" y="1926694"/>
            <a:ext cx="6548124" cy="35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1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1C906E"/>
                </a:solidFill>
                <a:cs typeface="Arial"/>
              </a:rPr>
              <a:t>Функциональные возможности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pic>
        <p:nvPicPr>
          <p:cNvPr id="26" name="Picture 25" descr="fig_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512" y="1480509"/>
            <a:ext cx="3489206" cy="461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7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Инструментальные средства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4572A-B2C1-4C3D-9A2B-E6DE7308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12" y="1628172"/>
            <a:ext cx="6516975" cy="4342953"/>
          </a:xfrm>
          <a:prstGeom prst="rect">
            <a:avLst/>
          </a:prstGeom>
        </p:spPr>
      </p:pic>
      <p:sp>
        <p:nvSpPr>
          <p:cNvPr id="23" name="Заголовок 2">
            <a:extLst>
              <a:ext uri="{FF2B5EF4-FFF2-40B4-BE49-F238E27FC236}">
                <a16:creationId xmlns:a16="http://schemas.microsoft.com/office/drawing/2014/main" id="{E7E01D80-4E96-43A9-80AD-770A9E095B90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22223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8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Архитектура</a:t>
            </a:r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FACC58B9-6409-4E0E-B109-3206DA9CBEA5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212" name="Picture 211" descr="fig_arch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80" y="1943872"/>
            <a:ext cx="8075239" cy="3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9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БД</a:t>
            </a:r>
          </a:p>
        </p:txBody>
      </p:sp>
      <p:sp>
        <p:nvSpPr>
          <p:cNvPr id="19" name="Заголовок 2">
            <a:extLst>
              <a:ext uri="{FF2B5EF4-FFF2-40B4-BE49-F238E27FC236}">
                <a16:creationId xmlns:a16="http://schemas.microsoft.com/office/drawing/2014/main" id="{7CAF4A83-FE60-4ED6-A6C6-A09AE3E2C1A4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212" name="Picture 211" descr="fig_db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478" y="1049632"/>
            <a:ext cx="4124777" cy="50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6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FF0000"/>
                </a:solidFill>
                <a:cs typeface="Arial"/>
              </a:rPr>
              <a:t>Заключение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В ходе выполнения выпускной квалификационной работы был разработан веб-сайт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Core. В процессе создания программного продукта были успешно выполнены этапы анализа, проектирования, разработки и тестирования, что позволило достичь соответствия поставленным целям и задачам.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Перспективы: </a:t>
            </a:r>
            <a:r>
              <a:rPr lang="ru-RU" altLang="ru-RU" sz="1800" dirty="0">
                <a:cs typeface="Arial"/>
              </a:rPr>
              <a:t>Планируется добавление Редактора Заклинаний, создание </a:t>
            </a:r>
            <a:r>
              <a:rPr lang="en-US" altLang="ru-RU" sz="1800" dirty="0">
                <a:cs typeface="Arial"/>
              </a:rPr>
              <a:t>Content Editor</a:t>
            </a:r>
            <a:r>
              <a:rPr lang="ru-RU" altLang="ru-RU" sz="1800" dirty="0">
                <a:cs typeface="Arial"/>
              </a:rPr>
              <a:t>, интеграция с </a:t>
            </a:r>
            <a:r>
              <a:rPr lang="en-US" altLang="ru-RU" sz="1800" dirty="0">
                <a:cs typeface="Arial"/>
              </a:rPr>
              <a:t>Telegram</a:t>
            </a:r>
            <a:r>
              <a:rPr lang="ru-RU" altLang="ru-RU" sz="1800" dirty="0">
                <a:cs typeface="Arial"/>
              </a:rPr>
              <a:t>, автоматические тесты. </a:t>
            </a: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CE39A-2B63-48BC-9AA8-7DF857F3B454}"/>
              </a:ext>
            </a:extLst>
          </p:cNvPr>
          <p:cNvSpPr txBox="1"/>
          <p:nvPr/>
        </p:nvSpPr>
        <p:spPr>
          <a:xfrm>
            <a:off x="755576" y="1916832"/>
            <a:ext cx="5713476" cy="1574017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dirty="0">
                <a:solidFill>
                  <a:schemeClr val="bg1"/>
                </a:solidFill>
                <a:latin typeface="+mn-lt"/>
              </a:rPr>
              <a:t>Разработка сайта для настольно-ролевой игры»</a:t>
            </a: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Автор: Гайдарь Максим Денисович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Студент группы 221-3711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Дипломный руководитель: </a:t>
            </a:r>
            <a:r>
              <a:rPr lang="ru-RU" sz="1400" dirty="0" err="1">
                <a:latin typeface="+mn-lt"/>
                <a:ea typeface="Times New Roman"/>
                <a:cs typeface="Times New Roman"/>
                <a:sym typeface="Times New Roman"/>
              </a:rPr>
              <a:t>Кандрашина</a:t>
            </a: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 М. А.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12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Демонстрация проекта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9" name="2026-05-14 18-52-41">
            <a:hlinkClick r:id="" action="ppaction://media"/>
            <a:extLst>
              <a:ext uri="{FF2B5EF4-FFF2-40B4-BE49-F238E27FC236}">
                <a16:creationId xmlns:a16="http://schemas.microsoft.com/office/drawing/2014/main" id="{5237BD0C-EDC5-41B8-8B19-89F03F8990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7767" y="1073723"/>
            <a:ext cx="8748465" cy="4921012"/>
          </a:xfrm>
          <a:prstGeom prst="rect">
            <a:avLst/>
          </a:prstGeom>
        </p:spPr>
      </p:pic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98370BD3-B472-4570-8542-16E50A2E5E8D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33430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1411</TotalTime>
  <Words>408</Words>
  <Application>Microsoft Office PowerPoint</Application>
  <PresentationFormat>Экран (4:3)</PresentationFormat>
  <Paragraphs>69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quote-cjk-patch</vt:lpstr>
      <vt:lpstr>Николаенко_ААИ-2015</vt:lpstr>
      <vt:lpstr>Презентация PowerPoint</vt:lpstr>
      <vt:lpstr>Актуальность и новизна</vt:lpstr>
      <vt:lpstr>Актуальность и новизна</vt:lpstr>
      <vt:lpstr>Цель и задачи</vt:lpstr>
      <vt:lpstr>Анализ конкурентов</vt:lpstr>
      <vt:lpstr>Функциональные возможности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Kaliguri</cp:lastModifiedBy>
  <cp:revision>151</cp:revision>
  <cp:lastPrinted>2016-06-06T19:02:34Z</cp:lastPrinted>
  <dcterms:created xsi:type="dcterms:W3CDTF">2015-04-17T11:13:20Z</dcterms:created>
  <dcterms:modified xsi:type="dcterms:W3CDTF">2026-06-09T09:51:25Z</dcterms:modified>
</cp:coreProperties>
</file>