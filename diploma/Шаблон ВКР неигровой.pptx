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375" r:id="rId2"/>
    <p:sldId id="398" r:id="rId3"/>
    <p:sldId id="410" r:id="rId4"/>
    <p:sldId id="389" r:id="rId5"/>
    <p:sldId id="403" r:id="rId6"/>
    <p:sldId id="411" r:id="rId7"/>
    <p:sldId id="393" r:id="rId8"/>
    <p:sldId id="409" r:id="rId9"/>
    <p:sldId id="406" r:id="rId10"/>
    <p:sldId id="412" r:id="rId11"/>
    <p:sldId id="394" r:id="rId12"/>
    <p:sldId id="407" r:id="rId13"/>
    <p:sldId id="413" r:id="rId14"/>
    <p:sldId id="400" r:id="rId15"/>
    <p:sldId id="415" r:id="rId16"/>
    <p:sldId id="414" r:id="rId17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BF0"/>
    <a:srgbClr val="D9D9D9"/>
    <a:srgbClr val="565761"/>
    <a:srgbClr val="EEC732"/>
    <a:srgbClr val="5BB4B4"/>
    <a:srgbClr val="2BD1D1"/>
    <a:srgbClr val="FFE63F"/>
    <a:srgbClr val="02FEFD"/>
    <a:srgbClr val="4BACC6"/>
    <a:srgbClr val="57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2430" autoAdjust="0"/>
  </p:normalViewPr>
  <p:slideViewPr>
    <p:cSldViewPr>
      <p:cViewPr varScale="1">
        <p:scale>
          <a:sx n="72" d="100"/>
          <a:sy n="72" d="100"/>
        </p:scale>
        <p:origin x="60" y="7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08.05.2026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Потенциально Ваша работа уже будет названа секретарем, а потому Вы можете смело приветствовать членов государственной экзаменационной комиссии, коллег и приступать к следующему слайду.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Рассказываете о контексте Вашей работы по принципу воронки (от сферы в целом, ее размера, исходных процессов, что вы автоматизировали к конкретным аспектам, проблеме).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615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рамках выполнения </a:t>
            </a:r>
            <a:r>
              <a:rPr lang="ru-RU" dirty="0" err="1"/>
              <a:t>Выпускний</a:t>
            </a:r>
            <a:r>
              <a:rPr lang="ru-RU" dirty="0"/>
              <a:t> квалификационной работы была поставлена Цель… Согласно ей были выделены следующие задачи:… Если время будет мало, то можете назвать только цель и далее «И соответствующие задачи, с которыми вы можете ознакомиться на слайде».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7052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Уточните что аналоги Вашей информационной системы существуют и Вы с ними знакомы, </a:t>
            </a:r>
            <a:r>
              <a:rPr lang="ru-RU" dirty="0" err="1"/>
              <a:t>критериально</a:t>
            </a:r>
            <a:r>
              <a:rPr lang="ru-RU" dirty="0"/>
              <a:t> или фактологически. Никаких «сложный», «долгий», «перегруженный» - только факты или Ваша собственная методология оценки! Также если прямых аналогов нет, уточните чем вы будете отличаться от нынешних способов решения исходной проблемы (например, </a:t>
            </a:r>
            <a:r>
              <a:rPr lang="ru-RU" dirty="0" err="1"/>
              <a:t>соц.сейтей</a:t>
            </a:r>
            <a:r>
              <a:rPr lang="ru-RU" dirty="0"/>
              <a:t> для записи)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02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разработке будут использованы следующие инструментальные средства (устно проговариваете почему)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749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87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Лучше использование </a:t>
            </a:r>
            <a:r>
              <a:rPr lang="en-US" dirty="0"/>
              <a:t>Use Case </a:t>
            </a:r>
            <a:r>
              <a:rPr lang="ru-RU" dirty="0"/>
              <a:t>диаграммы, но если система очень большая можете применить инфографику.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602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ERD 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88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Скриншоты интерфейса (3–4 штуки с подписями: «Главный экран», «Форма фильтрации»).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211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Неочевидные технические решения: «Использован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WebSocket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для чата», «Кэширование через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Redis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ускорило запросы в 10 раз».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Ни в коем случае не показывайте простыни кода!  Максимум — псевдокод или 5 строк самого важного алгоритма.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4982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Метрики: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(Если есть) сравнение «было/стало» (скорость ответа, количество обрабатываемых запросов).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Результаты тестирования: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Таблица с тест-кейсами или скриншот отчёта покрытия кода (если делали).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Обнаруженные ограничения: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(Честно — это плюс). «При 1000+ пользователей нужно горизонтальное масштабирование».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6194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остигнутые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результаты: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Все задачи из слайда №3 выполнены.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Краткий ответ на цель: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«Разработано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web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-приложение для…» или «Эффективность повышена на 30%».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Научная новизна / практическая значимость: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«Может использоваться в компании X», «Предложен новый алгоритм Y».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7326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Если есть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283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Спасибо за внимание! Могу ли я приступить к демонстрации?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822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Видео демо. Комментируете.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51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 этом </a:t>
            </a:r>
            <a:r>
              <a:rPr lang="ru-RU"/>
              <a:t>моя </a:t>
            </a:r>
            <a:r>
              <a:rPr lang="ru-RU" dirty="0"/>
              <a:t>з</a:t>
            </a:r>
            <a:r>
              <a:rPr lang="ru-RU"/>
              <a:t>ашита </a:t>
            </a:r>
            <a:r>
              <a:rPr lang="ru-RU" dirty="0"/>
              <a:t>завершена. Готов ответить на Ваши вопросы.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69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08.05.2026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7584" y="1844824"/>
            <a:ext cx="5976664" cy="496799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Название ВКР согласно приказу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94" y="4365104"/>
            <a:ext cx="3686963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Фамилия Имя Отчество</a:t>
            </a:r>
          </a:p>
          <a:p>
            <a:pPr lvl="0"/>
            <a:r>
              <a:rPr lang="ru-RU" sz="1400" dirty="0"/>
              <a:t>Студент группы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2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1"/>
                </a:solidFill>
              </a:rPr>
              <a:t>Актуальность и новизна</a:t>
            </a:r>
          </a:p>
        </p:txBody>
      </p:sp>
      <p:sp>
        <p:nvSpPr>
          <p:cNvPr id="12" name="Google Shape;212;p10"/>
          <p:cNvSpPr txBox="1">
            <a:spLocks noGrp="1"/>
          </p:cNvSpPr>
          <p:nvPr>
            <p:ph type="body" idx="1"/>
          </p:nvPr>
        </p:nvSpPr>
        <p:spPr>
          <a:xfrm>
            <a:off x="323528" y="1296519"/>
            <a:ext cx="7920882" cy="59489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/>
          <a:p>
            <a:pPr marL="114300" indent="0" algn="just">
              <a:buSzPct val="100000"/>
              <a:buNone/>
            </a:pPr>
            <a:r>
              <a:rPr lang="ru-RU" sz="2000" b="1" dirty="0"/>
              <a:t>Объект:</a:t>
            </a:r>
          </a:p>
          <a:p>
            <a:pPr marL="114300" indent="0" algn="just">
              <a:buSzPct val="100000"/>
              <a:buNone/>
            </a:pPr>
            <a:r>
              <a:rPr lang="ru-RU" sz="2000" b="1" dirty="0"/>
              <a:t>Предмет:</a:t>
            </a:r>
          </a:p>
          <a:p>
            <a:pPr marL="114300" indent="0" algn="just">
              <a:buSzPct val="100000"/>
              <a:buNone/>
            </a:pPr>
            <a:endParaRPr lang="ru-RU" sz="2000" b="1" dirty="0"/>
          </a:p>
          <a:p>
            <a:pPr marL="114300" indent="0" algn="just">
              <a:buSzPct val="100000"/>
              <a:buNone/>
            </a:pPr>
            <a:r>
              <a:rPr lang="ru-RU" sz="2000" dirty="0"/>
              <a:t>+ изображение</a:t>
            </a:r>
          </a:p>
          <a:p>
            <a:pPr marL="114300" indent="0" algn="just">
              <a:buSzPct val="100000"/>
              <a:buNone/>
            </a:pPr>
            <a:endParaRPr lang="ru-RU" sz="2000" dirty="0"/>
          </a:p>
          <a:p>
            <a:pPr marL="114300" indent="0" algn="just">
              <a:buSzPct val="100000"/>
              <a:buNone/>
            </a:pPr>
            <a:r>
              <a:rPr lang="ru-RU" sz="2000" b="1" dirty="0"/>
              <a:t>Актуальность:</a:t>
            </a:r>
            <a:r>
              <a:rPr lang="ru-RU" sz="2000" dirty="0"/>
              <a:t> Почему важно решить эту проблему именно сейчас (тренды, бизнес-задачи, новые технологии). </a:t>
            </a:r>
            <a:r>
              <a:rPr lang="ru-RU" sz="2000" b="1" dirty="0"/>
              <a:t>Проблема:</a:t>
            </a:r>
            <a:r>
              <a:rPr lang="ru-RU" sz="2000" dirty="0"/>
              <a:t> Что не так с существующими решениями (медленно, неудобно, дорого, нет функции X)?</a:t>
            </a:r>
          </a:p>
          <a:p>
            <a:pPr marL="114300" indent="0" algn="just">
              <a:buSzPct val="100000"/>
              <a:buNone/>
            </a:pPr>
            <a:endParaRPr lang="ru-RU" sz="2000" dirty="0"/>
          </a:p>
          <a:p>
            <a:pPr marL="114300" indent="0" algn="just">
              <a:buSzPct val="100000"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0456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3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1"/>
                </a:solidFill>
              </a:rPr>
              <a:t>Цель и задачи</a:t>
            </a:r>
          </a:p>
        </p:txBody>
      </p:sp>
      <p:sp>
        <p:nvSpPr>
          <p:cNvPr id="12" name="Google Shape;212;p10"/>
          <p:cNvSpPr txBox="1">
            <a:spLocks noGrp="1"/>
          </p:cNvSpPr>
          <p:nvPr>
            <p:ph type="body" idx="1"/>
          </p:nvPr>
        </p:nvSpPr>
        <p:spPr>
          <a:xfrm>
            <a:off x="323528" y="1296519"/>
            <a:ext cx="7920882" cy="59489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/>
          <a:p>
            <a:pPr marL="114300" indent="0" algn="just">
              <a:buSzPct val="100000"/>
              <a:buNone/>
            </a:pPr>
            <a:r>
              <a:rPr lang="ru-RU" sz="2000" b="1" dirty="0"/>
              <a:t>Цель:</a:t>
            </a:r>
            <a:r>
              <a:rPr lang="ru-RU" sz="2000" dirty="0"/>
              <a:t> разработка … </a:t>
            </a:r>
          </a:p>
          <a:p>
            <a:pPr marL="114300" indent="0" algn="just">
              <a:buSzPct val="100000"/>
              <a:buNone/>
            </a:pPr>
            <a:endParaRPr lang="ru-RU" sz="2000" dirty="0"/>
          </a:p>
          <a:p>
            <a:pPr marL="114300" indent="0" algn="just">
              <a:buSzPct val="100000"/>
              <a:buNone/>
            </a:pPr>
            <a:endParaRPr lang="ru-RU" sz="2000" dirty="0"/>
          </a:p>
          <a:p>
            <a:pPr marL="114300" indent="0" algn="just">
              <a:buSzPct val="100000"/>
              <a:buNone/>
            </a:pPr>
            <a:endParaRPr lang="ru-RU" sz="2000" dirty="0"/>
          </a:p>
          <a:p>
            <a:pPr marL="114300" indent="0" algn="just">
              <a:buSzPct val="100000"/>
              <a:buNone/>
            </a:pPr>
            <a:r>
              <a:rPr lang="ru-RU" sz="2000" b="1" dirty="0"/>
              <a:t>Задачи: </a:t>
            </a:r>
            <a:r>
              <a:rPr lang="ru-RU" sz="2000" dirty="0"/>
              <a:t>Список из 4–6 пунктов, которые решали в работе (анализ требований, проектирование БД, реализация API, </a:t>
            </a:r>
            <a:r>
              <a:rPr lang="ru-RU" sz="2000" dirty="0" err="1"/>
              <a:t>фронтенд</a:t>
            </a:r>
            <a:r>
              <a:rPr lang="ru-RU" sz="2000" dirty="0"/>
              <a:t>, тестирование и т.д.)</a:t>
            </a:r>
          </a:p>
          <a:p>
            <a:pPr marL="571500" indent="-457200" algn="just">
              <a:buSzPct val="100000"/>
              <a:buAutoNum type="arabicPeriod"/>
            </a:pPr>
            <a:r>
              <a:rPr lang="ru-RU" sz="2000" dirty="0"/>
              <a:t>Исследование предметной области;</a:t>
            </a:r>
          </a:p>
          <a:p>
            <a:pPr marL="571500" indent="-457200" algn="just">
              <a:buSzPct val="100000"/>
              <a:buAutoNum type="arabicPeriod"/>
            </a:pPr>
            <a:r>
              <a:rPr lang="ru-RU" sz="2000" dirty="0"/>
              <a:t>Проектирование …;</a:t>
            </a:r>
          </a:p>
          <a:p>
            <a:pPr marL="571500" indent="-457200" algn="just">
              <a:buSzPct val="100000"/>
              <a:buAutoNum type="arabicPeriod"/>
            </a:pPr>
            <a:r>
              <a:rPr lang="ru-RU" sz="2000" dirty="0"/>
              <a:t>Разработка игрового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2664503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4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1"/>
                </a:solidFill>
              </a:rPr>
              <a:t>Обзор аналогов</a:t>
            </a:r>
          </a:p>
        </p:txBody>
      </p:sp>
      <p:sp>
        <p:nvSpPr>
          <p:cNvPr id="2" name="Google Shape;212;p10">
            <a:extLst>
              <a:ext uri="{FF2B5EF4-FFF2-40B4-BE49-F238E27FC236}">
                <a16:creationId xmlns:a16="http://schemas.microsoft.com/office/drawing/2014/main" id="{71A21E25-1B1B-84B1-3F15-C3CFFA6EF782}"/>
              </a:ext>
            </a:extLst>
          </p:cNvPr>
          <p:cNvSpPr txBox="1">
            <a:spLocks/>
          </p:cNvSpPr>
          <p:nvPr/>
        </p:nvSpPr>
        <p:spPr>
          <a:xfrm>
            <a:off x="323528" y="1296519"/>
            <a:ext cx="7920882" cy="59489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Font typeface="Arial" panose="020B0500000000000000" pitchFamily="34" charset="0"/>
              <a:buNone/>
            </a:pPr>
            <a:r>
              <a:rPr lang="ru-RU" sz="2000" b="1" dirty="0"/>
              <a:t>Таблица: </a:t>
            </a:r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b="1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r>
              <a:rPr lang="ru-RU" sz="2000" b="1" dirty="0"/>
              <a:t>Или скриншоты с комментариями. </a:t>
            </a:r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r>
              <a:rPr lang="ru-RU" sz="2000" dirty="0"/>
              <a:t>Можете фактологически рассмотреть конкурентов по критериям, или конкретным показателям (</a:t>
            </a:r>
            <a:r>
              <a:rPr lang="en-US" sz="2000" dirty="0" err="1"/>
              <a:t>LightHouse</a:t>
            </a:r>
            <a:r>
              <a:rPr lang="en-US" sz="2000" dirty="0"/>
              <a:t>). </a:t>
            </a:r>
            <a:r>
              <a:rPr lang="ru-RU" sz="2000" dirty="0"/>
              <a:t>Или взять за основу исследования конкурентов.</a:t>
            </a:r>
            <a:endParaRPr lang="ru-RU" sz="2000" b="1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b="1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b="1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endParaRPr lang="ru-RU" sz="2000" b="1" dirty="0"/>
          </a:p>
          <a:p>
            <a:pPr marL="114300" indent="0" algn="just">
              <a:buSzPct val="100000"/>
              <a:buFont typeface="Arial" panose="020B0500000000000000" pitchFamily="34" charset="0"/>
              <a:buNone/>
            </a:pPr>
            <a:r>
              <a:rPr lang="ru-RU" sz="2000" b="1" dirty="0"/>
              <a:t>Вывод: </a:t>
            </a:r>
            <a:r>
              <a:rPr lang="ru-RU" sz="2000" dirty="0"/>
              <a:t>Почему ваш объект разработки нужен, несмотря на существование аналогов.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89F26B-BB42-EE08-E132-83F0D5E1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91543"/>
              </p:ext>
            </p:extLst>
          </p:nvPr>
        </p:nvGraphicFramePr>
        <p:xfrm>
          <a:off x="467543" y="1748178"/>
          <a:ext cx="763285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213">
                  <a:extLst>
                    <a:ext uri="{9D8B030D-6E8A-4147-A177-3AD203B41FA5}">
                      <a16:colId xmlns:a16="http://schemas.microsoft.com/office/drawing/2014/main" val="1221305793"/>
                    </a:ext>
                  </a:extLst>
                </a:gridCol>
                <a:gridCol w="1908213">
                  <a:extLst>
                    <a:ext uri="{9D8B030D-6E8A-4147-A177-3AD203B41FA5}">
                      <a16:colId xmlns:a16="http://schemas.microsoft.com/office/drawing/2014/main" val="3789792605"/>
                    </a:ext>
                  </a:extLst>
                </a:gridCol>
                <a:gridCol w="1908213">
                  <a:extLst>
                    <a:ext uri="{9D8B030D-6E8A-4147-A177-3AD203B41FA5}">
                      <a16:colId xmlns:a16="http://schemas.microsoft.com/office/drawing/2014/main" val="3586845468"/>
                    </a:ext>
                  </a:extLst>
                </a:gridCol>
                <a:gridCol w="1908213">
                  <a:extLst>
                    <a:ext uri="{9D8B030D-6E8A-4147-A177-3AD203B41FA5}">
                      <a16:colId xmlns:a16="http://schemas.microsoft.com/office/drawing/2014/main" val="2018184001"/>
                    </a:ext>
                  </a:extLst>
                </a:gridCol>
              </a:tblGrid>
              <a:tr h="320764">
                <a:tc>
                  <a:txBody>
                    <a:bodyPr/>
                    <a:lstStyle/>
                    <a:p>
                      <a:r>
                        <a:rPr lang="ru-RU" dirty="0"/>
                        <a:t>Название аналога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Краткая 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897133"/>
                  </a:ext>
                </a:extLst>
              </a:tr>
              <a:tr h="18329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7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08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5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Инструментальные средства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702257" y="2661143"/>
            <a:ext cx="3471672" cy="3139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956265" y="2661143"/>
            <a:ext cx="3486912" cy="3139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Picture 2" descr="https://1000marcas.net/wp-content/uploads/2021/02/Unity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09" y="4827128"/>
            <a:ext cx="1509099" cy="84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Скругленный прямоугольник 15"/>
          <p:cNvSpPr/>
          <p:nvPr/>
        </p:nvSpPr>
        <p:spPr>
          <a:xfrm>
            <a:off x="1311357" y="2909555"/>
            <a:ext cx="2286000" cy="1792986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Netcode for GameObjects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8" name="Picture 10" descr="https://i.pinimg.com/originals/7a/9c/76/7a9c7615d60e69b14db4711efeca98e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28" y="4827128"/>
            <a:ext cx="751845" cy="75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Скругленный прямоугольник 18"/>
          <p:cNvSpPr/>
          <p:nvPr/>
        </p:nvSpPr>
        <p:spPr>
          <a:xfrm>
            <a:off x="5481021" y="2909555"/>
            <a:ext cx="2286000" cy="1792986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Мультимедийное наполнение</a:t>
            </a:r>
          </a:p>
        </p:txBody>
      </p:sp>
      <p:pic>
        <p:nvPicPr>
          <p:cNvPr id="20" name="Picture 14" descr="https://assets.stickpng.com/images/62a4bfe2fdee15d2905007b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737669"/>
            <a:ext cx="1672746" cy="94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Скругленный прямоугольник 20"/>
          <p:cNvSpPr/>
          <p:nvPr/>
        </p:nvSpPr>
        <p:spPr>
          <a:xfrm>
            <a:off x="3624535" y="1446316"/>
            <a:ext cx="1808793" cy="16705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4" name="Picture 10" descr="https://avatars.dzeninfra.ru/get-zen_doc/163385/pub_5ca4a60edbb8aa00b4c4e506_5ca4a61029c43800b44c1038/scale_120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535" y="1722336"/>
            <a:ext cx="1814579" cy="102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3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6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Архитектура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r>
              <a:rPr lang="en-US" sz="1800" dirty="0"/>
              <a:t>IDEF0</a:t>
            </a:r>
            <a:r>
              <a:rPr lang="ru-RU" sz="1800" dirty="0"/>
              <a:t> (для </a:t>
            </a:r>
            <a:r>
              <a:rPr lang="ru-RU" sz="1800" b="1" dirty="0"/>
              <a:t>демонстрации потоков данных</a:t>
            </a:r>
            <a:r>
              <a:rPr lang="ru-RU" sz="1800" dirty="0"/>
              <a:t>)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Или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Логический вид </a:t>
            </a:r>
          </a:p>
          <a:p>
            <a:pPr marL="114300" indent="0" algn="just">
              <a:buSzPct val="100000"/>
              <a:buNone/>
            </a:pPr>
            <a:r>
              <a:rPr lang="ru-RU" sz="1800" b="1" dirty="0"/>
              <a:t>«Из каких частей состоит система?» </a:t>
            </a:r>
            <a:r>
              <a:rPr lang="ru-RU" sz="1800" dirty="0"/>
              <a:t>и показывает её внутреннюю структуру.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Диаграмма классов или Диаграмма развертывания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Или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Процессный вид </a:t>
            </a:r>
          </a:p>
          <a:p>
            <a:pPr marL="114300" indent="0" algn="just">
              <a:buSzPct val="100000"/>
              <a:buNone/>
            </a:pPr>
            <a:r>
              <a:rPr lang="ru-RU" sz="1800" b="1" dirty="0"/>
              <a:t>«КАК именно работает система?» </a:t>
            </a:r>
            <a:r>
              <a:rPr lang="ru-RU" sz="1800" dirty="0"/>
              <a:t>и описывает её динамику.</a:t>
            </a:r>
          </a:p>
          <a:p>
            <a:pPr marL="114300" indent="0" algn="just">
              <a:buSzPct val="100000"/>
              <a:buNone/>
            </a:pPr>
            <a:r>
              <a:rPr lang="ru-RU" sz="1800" dirty="0"/>
              <a:t>Диаграмма деятельности или диаграмма последовательности. Первая хороша для алгоритмов, вторая - для взаимодействия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1041191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7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Функциональные возможности</a:t>
            </a:r>
          </a:p>
        </p:txBody>
      </p:sp>
      <p:grpSp>
        <p:nvGrpSpPr>
          <p:cNvPr id="82" name="Google Shape;4221;p33"/>
          <p:cNvGrpSpPr/>
          <p:nvPr/>
        </p:nvGrpSpPr>
        <p:grpSpPr>
          <a:xfrm>
            <a:off x="4756230" y="4766372"/>
            <a:ext cx="2362058" cy="1401713"/>
            <a:chOff x="3336688" y="3512798"/>
            <a:chExt cx="2362058" cy="1401713"/>
          </a:xfrm>
        </p:grpSpPr>
        <p:sp>
          <p:nvSpPr>
            <p:cNvPr id="83" name="Google Shape;4222;p33"/>
            <p:cNvSpPr/>
            <p:nvPr/>
          </p:nvSpPr>
          <p:spPr>
            <a:xfrm>
              <a:off x="3371055" y="4011672"/>
              <a:ext cx="2292779" cy="902836"/>
            </a:xfrm>
            <a:custGeom>
              <a:avLst/>
              <a:gdLst/>
              <a:ahLst/>
              <a:cxnLst/>
              <a:rect l="l" t="t" r="r" b="b"/>
              <a:pathLst>
                <a:path w="8406" h="3310" extrusionOk="0">
                  <a:moveTo>
                    <a:pt x="1" y="1"/>
                  </a:moveTo>
                  <a:lnTo>
                    <a:pt x="1" y="285"/>
                  </a:lnTo>
                  <a:lnTo>
                    <a:pt x="5237" y="3310"/>
                  </a:lnTo>
                  <a:lnTo>
                    <a:pt x="8405" y="1493"/>
                  </a:lnTo>
                  <a:lnTo>
                    <a:pt x="8405" y="11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4" name="Google Shape;4223;p33"/>
            <p:cNvSpPr/>
            <p:nvPr/>
          </p:nvSpPr>
          <p:spPr>
            <a:xfrm>
              <a:off x="3336688" y="3582624"/>
              <a:ext cx="2362058" cy="1331887"/>
            </a:xfrm>
            <a:custGeom>
              <a:avLst/>
              <a:gdLst/>
              <a:ahLst/>
              <a:cxnLst/>
              <a:rect l="l" t="t" r="r" b="b"/>
              <a:pathLst>
                <a:path w="8660" h="4883" extrusionOk="0">
                  <a:moveTo>
                    <a:pt x="3285" y="0"/>
                  </a:moveTo>
                  <a:cubicBezTo>
                    <a:pt x="3153" y="0"/>
                    <a:pt x="3053" y="57"/>
                    <a:pt x="3053" y="57"/>
                  </a:cubicBezTo>
                  <a:cubicBezTo>
                    <a:pt x="3053" y="57"/>
                    <a:pt x="448" y="1589"/>
                    <a:pt x="225" y="1717"/>
                  </a:cubicBezTo>
                  <a:cubicBezTo>
                    <a:pt x="1" y="1848"/>
                    <a:pt x="225" y="1976"/>
                    <a:pt x="225" y="1976"/>
                  </a:cubicBezTo>
                  <a:cubicBezTo>
                    <a:pt x="225" y="1976"/>
                    <a:pt x="4935" y="4696"/>
                    <a:pt x="5158" y="4825"/>
                  </a:cubicBezTo>
                  <a:cubicBezTo>
                    <a:pt x="5233" y="4868"/>
                    <a:pt x="5308" y="4883"/>
                    <a:pt x="5374" y="4883"/>
                  </a:cubicBezTo>
                  <a:cubicBezTo>
                    <a:pt x="5508" y="4883"/>
                    <a:pt x="5608" y="4825"/>
                    <a:pt x="5608" y="4825"/>
                  </a:cubicBezTo>
                  <a:lnTo>
                    <a:pt x="8210" y="3296"/>
                  </a:lnTo>
                  <a:lnTo>
                    <a:pt x="8435" y="3165"/>
                  </a:lnTo>
                  <a:cubicBezTo>
                    <a:pt x="8660" y="3036"/>
                    <a:pt x="8435" y="2908"/>
                    <a:pt x="8435" y="2908"/>
                  </a:cubicBezTo>
                  <a:cubicBezTo>
                    <a:pt x="8435" y="2908"/>
                    <a:pt x="3725" y="188"/>
                    <a:pt x="3500" y="57"/>
                  </a:cubicBezTo>
                  <a:cubicBezTo>
                    <a:pt x="3426" y="14"/>
                    <a:pt x="3351" y="0"/>
                    <a:pt x="32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5" name="Google Shape;4224;p33"/>
            <p:cNvSpPr/>
            <p:nvPr/>
          </p:nvSpPr>
          <p:spPr>
            <a:xfrm>
              <a:off x="3336688" y="3512798"/>
              <a:ext cx="2362058" cy="1332160"/>
            </a:xfrm>
            <a:custGeom>
              <a:avLst/>
              <a:gdLst/>
              <a:ahLst/>
              <a:cxnLst/>
              <a:rect l="l" t="t" r="r" b="b"/>
              <a:pathLst>
                <a:path w="8660" h="4884" extrusionOk="0">
                  <a:moveTo>
                    <a:pt x="3285" y="0"/>
                  </a:moveTo>
                  <a:cubicBezTo>
                    <a:pt x="3153" y="0"/>
                    <a:pt x="3053" y="58"/>
                    <a:pt x="3053" y="58"/>
                  </a:cubicBezTo>
                  <a:cubicBezTo>
                    <a:pt x="3053" y="58"/>
                    <a:pt x="448" y="1588"/>
                    <a:pt x="225" y="1716"/>
                  </a:cubicBezTo>
                  <a:cubicBezTo>
                    <a:pt x="1" y="1847"/>
                    <a:pt x="225" y="1975"/>
                    <a:pt x="225" y="1975"/>
                  </a:cubicBezTo>
                  <a:cubicBezTo>
                    <a:pt x="225" y="1975"/>
                    <a:pt x="4935" y="4695"/>
                    <a:pt x="5158" y="4826"/>
                  </a:cubicBezTo>
                  <a:cubicBezTo>
                    <a:pt x="5233" y="4869"/>
                    <a:pt x="5308" y="4883"/>
                    <a:pt x="5374" y="4883"/>
                  </a:cubicBezTo>
                  <a:cubicBezTo>
                    <a:pt x="5508" y="4883"/>
                    <a:pt x="5608" y="4826"/>
                    <a:pt x="5608" y="4826"/>
                  </a:cubicBezTo>
                  <a:lnTo>
                    <a:pt x="8210" y="3295"/>
                  </a:lnTo>
                  <a:lnTo>
                    <a:pt x="8435" y="3166"/>
                  </a:lnTo>
                  <a:cubicBezTo>
                    <a:pt x="8660" y="3035"/>
                    <a:pt x="8435" y="2907"/>
                    <a:pt x="8435" y="2907"/>
                  </a:cubicBezTo>
                  <a:cubicBezTo>
                    <a:pt x="8435" y="2907"/>
                    <a:pt x="3725" y="187"/>
                    <a:pt x="3500" y="58"/>
                  </a:cubicBezTo>
                  <a:cubicBezTo>
                    <a:pt x="3426" y="15"/>
                    <a:pt x="3351" y="0"/>
                    <a:pt x="328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6" name="Google Shape;4225;p33"/>
            <p:cNvSpPr/>
            <p:nvPr/>
          </p:nvSpPr>
          <p:spPr>
            <a:xfrm>
              <a:off x="3520253" y="3599262"/>
              <a:ext cx="2016750" cy="1172050"/>
            </a:xfrm>
            <a:custGeom>
              <a:avLst/>
              <a:gdLst/>
              <a:ahLst/>
              <a:cxnLst/>
              <a:rect l="l" t="t" r="r" b="b"/>
              <a:pathLst>
                <a:path w="7394" h="4297" extrusionOk="0">
                  <a:moveTo>
                    <a:pt x="2827" y="1"/>
                  </a:moveTo>
                  <a:lnTo>
                    <a:pt x="0" y="1660"/>
                  </a:lnTo>
                  <a:lnTo>
                    <a:pt x="4571" y="4297"/>
                  </a:lnTo>
                  <a:lnTo>
                    <a:pt x="7393" y="2639"/>
                  </a:lnTo>
                  <a:lnTo>
                    <a:pt x="282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7" name="Google Shape;4226;p33"/>
            <p:cNvSpPr/>
            <p:nvPr/>
          </p:nvSpPr>
          <p:spPr>
            <a:xfrm>
              <a:off x="3843197" y="3773281"/>
              <a:ext cx="61643" cy="26185"/>
            </a:xfrm>
            <a:custGeom>
              <a:avLst/>
              <a:gdLst/>
              <a:ahLst/>
              <a:cxnLst/>
              <a:rect l="l" t="t" r="r" b="b"/>
              <a:pathLst>
                <a:path w="226" h="96" extrusionOk="0">
                  <a:moveTo>
                    <a:pt x="112" y="1"/>
                  </a:moveTo>
                  <a:cubicBezTo>
                    <a:pt x="50" y="1"/>
                    <a:pt x="0" y="22"/>
                    <a:pt x="0" y="48"/>
                  </a:cubicBezTo>
                  <a:cubicBezTo>
                    <a:pt x="0" y="74"/>
                    <a:pt x="50" y="95"/>
                    <a:pt x="112" y="95"/>
                  </a:cubicBezTo>
                  <a:cubicBezTo>
                    <a:pt x="174" y="95"/>
                    <a:pt x="225" y="74"/>
                    <a:pt x="225" y="48"/>
                  </a:cubicBezTo>
                  <a:cubicBezTo>
                    <a:pt x="225" y="22"/>
                    <a:pt x="174" y="1"/>
                    <a:pt x="1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cxnSp>
        <p:nvCxnSpPr>
          <p:cNvPr id="88" name="Google Shape;4228;p33"/>
          <p:cNvCxnSpPr>
            <a:stCxn id="89" idx="1"/>
          </p:cNvCxnSpPr>
          <p:nvPr/>
        </p:nvCxnSpPr>
        <p:spPr>
          <a:xfrm>
            <a:off x="4696973" y="2106517"/>
            <a:ext cx="1252489" cy="2594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4229;p33"/>
          <p:cNvSpPr/>
          <p:nvPr/>
        </p:nvSpPr>
        <p:spPr>
          <a:xfrm flipH="1">
            <a:off x="1810828" y="1884017"/>
            <a:ext cx="2886145" cy="4449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Создание сети</a:t>
            </a:r>
            <a:endParaRPr sz="16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1" name="Google Shape;4231;p33"/>
          <p:cNvCxnSpPr/>
          <p:nvPr/>
        </p:nvCxnSpPr>
        <p:spPr>
          <a:xfrm flipV="1">
            <a:off x="4486182" y="2952339"/>
            <a:ext cx="1459210" cy="250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4232;p33"/>
          <p:cNvSpPr/>
          <p:nvPr/>
        </p:nvSpPr>
        <p:spPr>
          <a:xfrm flipH="1">
            <a:off x="1812256" y="2761674"/>
            <a:ext cx="2916767" cy="344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Анализ и оценка</a:t>
            </a:r>
            <a:endParaRPr sz="16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4" name="Google Shape;4234;p33"/>
          <p:cNvCxnSpPr>
            <a:stCxn id="95" idx="1"/>
          </p:cNvCxnSpPr>
          <p:nvPr/>
        </p:nvCxnSpPr>
        <p:spPr>
          <a:xfrm>
            <a:off x="4727106" y="4605050"/>
            <a:ext cx="1216372" cy="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4235;p33"/>
          <p:cNvSpPr/>
          <p:nvPr/>
        </p:nvSpPr>
        <p:spPr>
          <a:xfrm flipH="1">
            <a:off x="1810340" y="4432700"/>
            <a:ext cx="2916766" cy="344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Обучающий материал</a:t>
            </a:r>
            <a:endParaRPr sz="16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7" name="Google Shape;4237;p33"/>
          <p:cNvCxnSpPr/>
          <p:nvPr/>
        </p:nvCxnSpPr>
        <p:spPr>
          <a:xfrm>
            <a:off x="4550651" y="3751260"/>
            <a:ext cx="1249484" cy="1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4238;p33"/>
          <p:cNvSpPr/>
          <p:nvPr/>
        </p:nvSpPr>
        <p:spPr>
          <a:xfrm flipH="1">
            <a:off x="1801703" y="3604716"/>
            <a:ext cx="2882653" cy="344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Применение знаний</a:t>
            </a:r>
            <a:endParaRPr sz="17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100" name="Google Shape;4240;p33"/>
          <p:cNvCxnSpPr>
            <a:stCxn id="101" idx="1"/>
          </p:cNvCxnSpPr>
          <p:nvPr/>
        </p:nvCxnSpPr>
        <p:spPr>
          <a:xfrm>
            <a:off x="4684356" y="5516108"/>
            <a:ext cx="1249483" cy="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4241;p33"/>
          <p:cNvSpPr/>
          <p:nvPr/>
        </p:nvSpPr>
        <p:spPr>
          <a:xfrm flipH="1">
            <a:off x="1802501" y="5343758"/>
            <a:ext cx="2881855" cy="344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Изучение компонентов</a:t>
            </a:r>
            <a:endParaRPr sz="16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2" name="Google Shape;4242;p33"/>
          <p:cNvSpPr txBox="1"/>
          <p:nvPr/>
        </p:nvSpPr>
        <p:spPr>
          <a:xfrm flipH="1">
            <a:off x="8182" y="4718690"/>
            <a:ext cx="1797812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dirty="0">
              <a:solidFill>
                <a:schemeClr val="accent6"/>
              </a:solidFill>
              <a:latin typeface="Figtree"/>
              <a:ea typeface="Figtree"/>
              <a:cs typeface="Figtree"/>
              <a:sym typeface="Roboto"/>
            </a:endParaRPr>
          </a:p>
        </p:txBody>
      </p:sp>
      <p:grpSp>
        <p:nvGrpSpPr>
          <p:cNvPr id="103" name="Google Shape;4243;p33"/>
          <p:cNvGrpSpPr/>
          <p:nvPr/>
        </p:nvGrpSpPr>
        <p:grpSpPr>
          <a:xfrm>
            <a:off x="5767176" y="5376185"/>
            <a:ext cx="377215" cy="274307"/>
            <a:chOff x="4324612" y="3982487"/>
            <a:chExt cx="640432" cy="470510"/>
          </a:xfrm>
        </p:grpSpPr>
        <p:sp>
          <p:nvSpPr>
            <p:cNvPr id="104" name="Google Shape;4244;p33"/>
            <p:cNvSpPr/>
            <p:nvPr/>
          </p:nvSpPr>
          <p:spPr>
            <a:xfrm>
              <a:off x="4330886" y="4068951"/>
              <a:ext cx="614244" cy="363589"/>
            </a:xfrm>
            <a:custGeom>
              <a:avLst/>
              <a:gdLst/>
              <a:ahLst/>
              <a:cxnLst/>
              <a:rect l="l" t="t" r="r" b="b"/>
              <a:pathLst>
                <a:path w="2252" h="1333" extrusionOk="0">
                  <a:moveTo>
                    <a:pt x="1127" y="1"/>
                  </a:moveTo>
                  <a:lnTo>
                    <a:pt x="1" y="228"/>
                  </a:lnTo>
                  <a:lnTo>
                    <a:pt x="977" y="1333"/>
                  </a:lnTo>
                  <a:lnTo>
                    <a:pt x="2102" y="1106"/>
                  </a:lnTo>
                  <a:lnTo>
                    <a:pt x="2205" y="1074"/>
                  </a:lnTo>
                  <a:lnTo>
                    <a:pt x="2252" y="917"/>
                  </a:lnTo>
                  <a:lnTo>
                    <a:pt x="1127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5" name="Google Shape;4245;p33"/>
            <p:cNvSpPr/>
            <p:nvPr/>
          </p:nvSpPr>
          <p:spPr>
            <a:xfrm>
              <a:off x="4324612" y="4129776"/>
              <a:ext cx="273573" cy="323221"/>
            </a:xfrm>
            <a:custGeom>
              <a:avLst/>
              <a:gdLst/>
              <a:ahLst/>
              <a:cxnLst/>
              <a:rect l="l" t="t" r="r" b="b"/>
              <a:pathLst>
                <a:path w="1003" h="1185" extrusionOk="0">
                  <a:moveTo>
                    <a:pt x="28" y="0"/>
                  </a:moveTo>
                  <a:lnTo>
                    <a:pt x="0" y="77"/>
                  </a:lnTo>
                  <a:lnTo>
                    <a:pt x="977" y="1185"/>
                  </a:lnTo>
                  <a:lnTo>
                    <a:pt x="1003" y="110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EE2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" name="Google Shape;4246;p33"/>
            <p:cNvSpPr/>
            <p:nvPr/>
          </p:nvSpPr>
          <p:spPr>
            <a:xfrm>
              <a:off x="4360889" y="3982487"/>
              <a:ext cx="573331" cy="364135"/>
            </a:xfrm>
            <a:custGeom>
              <a:avLst/>
              <a:gdLst/>
              <a:ahLst/>
              <a:cxnLst/>
              <a:rect l="l" t="t" r="r" b="b"/>
              <a:pathLst>
                <a:path w="2102" h="1335" extrusionOk="0">
                  <a:moveTo>
                    <a:pt x="1124" y="1"/>
                  </a:moveTo>
                  <a:lnTo>
                    <a:pt x="0" y="228"/>
                  </a:lnTo>
                  <a:lnTo>
                    <a:pt x="977" y="1335"/>
                  </a:lnTo>
                  <a:lnTo>
                    <a:pt x="2101" y="1108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4EE2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7" name="Google Shape;4247;p33"/>
            <p:cNvSpPr/>
            <p:nvPr/>
          </p:nvSpPr>
          <p:spPr>
            <a:xfrm>
              <a:off x="4898220" y="4284430"/>
              <a:ext cx="66825" cy="106649"/>
            </a:xfrm>
            <a:custGeom>
              <a:avLst/>
              <a:gdLst/>
              <a:ahLst/>
              <a:cxnLst/>
              <a:rect l="l" t="t" r="r" b="b"/>
              <a:pathLst>
                <a:path w="245" h="391" extrusionOk="0">
                  <a:moveTo>
                    <a:pt x="131" y="1"/>
                  </a:moveTo>
                  <a:lnTo>
                    <a:pt x="105" y="78"/>
                  </a:lnTo>
                  <a:cubicBezTo>
                    <a:pt x="165" y="127"/>
                    <a:pt x="146" y="264"/>
                    <a:pt x="60" y="301"/>
                  </a:cubicBezTo>
                  <a:lnTo>
                    <a:pt x="26" y="314"/>
                  </a:lnTo>
                  <a:lnTo>
                    <a:pt x="0" y="391"/>
                  </a:lnTo>
                  <a:cubicBezTo>
                    <a:pt x="0" y="391"/>
                    <a:pt x="22" y="388"/>
                    <a:pt x="71" y="369"/>
                  </a:cubicBezTo>
                  <a:cubicBezTo>
                    <a:pt x="195" y="322"/>
                    <a:pt x="245" y="91"/>
                    <a:pt x="150" y="16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8" name="Google Shape;4248;p33"/>
            <p:cNvSpPr/>
            <p:nvPr/>
          </p:nvSpPr>
          <p:spPr>
            <a:xfrm>
              <a:off x="4358980" y="4087771"/>
              <a:ext cx="569240" cy="330858"/>
            </a:xfrm>
            <a:custGeom>
              <a:avLst/>
              <a:gdLst/>
              <a:ahLst/>
              <a:cxnLst/>
              <a:rect l="l" t="t" r="r" b="b"/>
              <a:pathLst>
                <a:path w="2087" h="1213" extrusionOk="0">
                  <a:moveTo>
                    <a:pt x="71" y="0"/>
                  </a:moveTo>
                  <a:lnTo>
                    <a:pt x="1" y="212"/>
                  </a:lnTo>
                  <a:lnTo>
                    <a:pt x="883" y="1212"/>
                  </a:lnTo>
                  <a:lnTo>
                    <a:pt x="2012" y="987"/>
                  </a:lnTo>
                  <a:lnTo>
                    <a:pt x="2087" y="763"/>
                  </a:lnTo>
                  <a:lnTo>
                    <a:pt x="1879" y="818"/>
                  </a:lnTo>
                  <a:lnTo>
                    <a:pt x="954" y="100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9" name="Google Shape;4249;p33"/>
            <p:cNvSpPr/>
            <p:nvPr/>
          </p:nvSpPr>
          <p:spPr>
            <a:xfrm>
              <a:off x="4603097" y="4295613"/>
              <a:ext cx="325124" cy="122469"/>
            </a:xfrm>
            <a:custGeom>
              <a:avLst/>
              <a:gdLst/>
              <a:ahLst/>
              <a:cxnLst/>
              <a:rect l="l" t="t" r="r" b="b"/>
              <a:pathLst>
                <a:path w="1192" h="449" extrusionOk="0">
                  <a:moveTo>
                    <a:pt x="1192" y="1"/>
                  </a:moveTo>
                  <a:lnTo>
                    <a:pt x="984" y="56"/>
                  </a:lnTo>
                  <a:lnTo>
                    <a:pt x="76" y="234"/>
                  </a:lnTo>
                  <a:lnTo>
                    <a:pt x="1" y="448"/>
                  </a:lnTo>
                  <a:lnTo>
                    <a:pt x="1117" y="225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0" name="Google Shape;4250;p33"/>
            <p:cNvSpPr/>
            <p:nvPr/>
          </p:nvSpPr>
          <p:spPr>
            <a:xfrm>
              <a:off x="4590823" y="4369803"/>
              <a:ext cx="314759" cy="83192"/>
            </a:xfrm>
            <a:custGeom>
              <a:avLst/>
              <a:gdLst/>
              <a:ahLst/>
              <a:cxnLst/>
              <a:rect l="l" t="t" r="r" b="b"/>
              <a:pathLst>
                <a:path w="1154" h="305" extrusionOk="0">
                  <a:moveTo>
                    <a:pt x="1153" y="1"/>
                  </a:moveTo>
                  <a:lnTo>
                    <a:pt x="27" y="228"/>
                  </a:lnTo>
                  <a:lnTo>
                    <a:pt x="1" y="305"/>
                  </a:lnTo>
                  <a:lnTo>
                    <a:pt x="1127" y="78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1" name="Google Shape;4251;p33"/>
            <p:cNvSpPr/>
            <p:nvPr/>
          </p:nvSpPr>
          <p:spPr>
            <a:xfrm>
              <a:off x="4619462" y="4284430"/>
              <a:ext cx="314759" cy="83192"/>
            </a:xfrm>
            <a:custGeom>
              <a:avLst/>
              <a:gdLst/>
              <a:ahLst/>
              <a:cxnLst/>
              <a:rect l="l" t="t" r="r" b="b"/>
              <a:pathLst>
                <a:path w="1154" h="305" extrusionOk="0">
                  <a:moveTo>
                    <a:pt x="1153" y="1"/>
                  </a:moveTo>
                  <a:lnTo>
                    <a:pt x="29" y="228"/>
                  </a:lnTo>
                  <a:lnTo>
                    <a:pt x="1" y="305"/>
                  </a:lnTo>
                  <a:lnTo>
                    <a:pt x="1127" y="78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2" name="Google Shape;4252;p33"/>
            <p:cNvSpPr/>
            <p:nvPr/>
          </p:nvSpPr>
          <p:spPr>
            <a:xfrm>
              <a:off x="4353797" y="4044403"/>
              <a:ext cx="273573" cy="323221"/>
            </a:xfrm>
            <a:custGeom>
              <a:avLst/>
              <a:gdLst/>
              <a:ahLst/>
              <a:cxnLst/>
              <a:rect l="l" t="t" r="r" b="b"/>
              <a:pathLst>
                <a:path w="1003" h="1185" extrusionOk="0">
                  <a:moveTo>
                    <a:pt x="26" y="1"/>
                  </a:moveTo>
                  <a:lnTo>
                    <a:pt x="0" y="78"/>
                  </a:lnTo>
                  <a:lnTo>
                    <a:pt x="975" y="1185"/>
                  </a:lnTo>
                  <a:lnTo>
                    <a:pt x="1003" y="110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13" name="Google Shape;4253;p33"/>
          <p:cNvSpPr/>
          <p:nvPr/>
        </p:nvSpPr>
        <p:spPr>
          <a:xfrm rot="3599956">
            <a:off x="5652215" y="4371399"/>
            <a:ext cx="304661" cy="162561"/>
          </a:xfrm>
          <a:custGeom>
            <a:avLst/>
            <a:gdLst/>
            <a:ahLst/>
            <a:cxnLst/>
            <a:rect l="l" t="t" r="r" b="b"/>
            <a:pathLst>
              <a:path w="1117" h="596" extrusionOk="0">
                <a:moveTo>
                  <a:pt x="939" y="0"/>
                </a:moveTo>
                <a:lnTo>
                  <a:pt x="182" y="399"/>
                </a:lnTo>
                <a:lnTo>
                  <a:pt x="0" y="478"/>
                </a:lnTo>
                <a:lnTo>
                  <a:pt x="185" y="596"/>
                </a:lnTo>
                <a:lnTo>
                  <a:pt x="1116" y="109"/>
                </a:lnTo>
                <a:lnTo>
                  <a:pt x="939" y="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14" name="Google Shape;4254;p33"/>
          <p:cNvGrpSpPr/>
          <p:nvPr/>
        </p:nvGrpSpPr>
        <p:grpSpPr>
          <a:xfrm>
            <a:off x="5633671" y="4246946"/>
            <a:ext cx="642774" cy="578860"/>
            <a:chOff x="6689188" y="3209506"/>
            <a:chExt cx="642774" cy="578860"/>
          </a:xfrm>
        </p:grpSpPr>
        <p:sp>
          <p:nvSpPr>
            <p:cNvPr id="115" name="Google Shape;4255;p33"/>
            <p:cNvSpPr/>
            <p:nvPr/>
          </p:nvSpPr>
          <p:spPr>
            <a:xfrm rot="3599956">
              <a:off x="6847422" y="3258055"/>
              <a:ext cx="332754" cy="514687"/>
            </a:xfrm>
            <a:custGeom>
              <a:avLst/>
              <a:gdLst/>
              <a:ahLst/>
              <a:cxnLst/>
              <a:rect l="l" t="t" r="r" b="b"/>
              <a:pathLst>
                <a:path w="1220" h="1887" extrusionOk="0">
                  <a:moveTo>
                    <a:pt x="1220" y="0"/>
                  </a:moveTo>
                  <a:lnTo>
                    <a:pt x="277" y="488"/>
                  </a:lnTo>
                  <a:lnTo>
                    <a:pt x="1" y="1801"/>
                  </a:lnTo>
                  <a:lnTo>
                    <a:pt x="125" y="1887"/>
                  </a:lnTo>
                  <a:lnTo>
                    <a:pt x="217" y="1851"/>
                  </a:lnTo>
                  <a:lnTo>
                    <a:pt x="1157" y="136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" name="Google Shape;4256;p33"/>
            <p:cNvSpPr/>
            <p:nvPr/>
          </p:nvSpPr>
          <p:spPr>
            <a:xfrm rot="3599956">
              <a:off x="7136356" y="3434318"/>
              <a:ext cx="34639" cy="382674"/>
            </a:xfrm>
            <a:custGeom>
              <a:avLst/>
              <a:gdLst/>
              <a:ahLst/>
              <a:cxnLst/>
              <a:rect l="l" t="t" r="r" b="b"/>
              <a:pathLst>
                <a:path w="127" h="1403" extrusionOk="0">
                  <a:moveTo>
                    <a:pt x="62" y="0"/>
                  </a:moveTo>
                  <a:lnTo>
                    <a:pt x="0" y="1360"/>
                  </a:lnTo>
                  <a:lnTo>
                    <a:pt x="64" y="1403"/>
                  </a:lnTo>
                  <a:lnTo>
                    <a:pt x="126" y="4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" name="Google Shape;4257;p33"/>
            <p:cNvSpPr/>
            <p:nvPr/>
          </p:nvSpPr>
          <p:spPr>
            <a:xfrm rot="3599956">
              <a:off x="6899239" y="3201867"/>
              <a:ext cx="273840" cy="504868"/>
            </a:xfrm>
            <a:custGeom>
              <a:avLst/>
              <a:gdLst/>
              <a:ahLst/>
              <a:cxnLst/>
              <a:rect l="l" t="t" r="r" b="b"/>
              <a:pathLst>
                <a:path w="1004" h="1851" extrusionOk="0">
                  <a:moveTo>
                    <a:pt x="1003" y="0"/>
                  </a:moveTo>
                  <a:lnTo>
                    <a:pt x="61" y="489"/>
                  </a:lnTo>
                  <a:lnTo>
                    <a:pt x="1" y="1851"/>
                  </a:lnTo>
                  <a:lnTo>
                    <a:pt x="1" y="1851"/>
                  </a:lnTo>
                  <a:lnTo>
                    <a:pt x="941" y="1362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8" name="Google Shape;4258;p33"/>
            <p:cNvSpPr/>
            <p:nvPr/>
          </p:nvSpPr>
          <p:spPr>
            <a:xfrm rot="3599956">
              <a:off x="6693550" y="3480469"/>
              <a:ext cx="95462" cy="65188"/>
            </a:xfrm>
            <a:custGeom>
              <a:avLst/>
              <a:gdLst/>
              <a:ahLst/>
              <a:cxnLst/>
              <a:rect l="l" t="t" r="r" b="b"/>
              <a:pathLst>
                <a:path w="350" h="239" extrusionOk="0">
                  <a:moveTo>
                    <a:pt x="28" y="1"/>
                  </a:moveTo>
                  <a:lnTo>
                    <a:pt x="24" y="22"/>
                  </a:lnTo>
                  <a:cubicBezTo>
                    <a:pt x="1" y="120"/>
                    <a:pt x="132" y="239"/>
                    <a:pt x="242" y="239"/>
                  </a:cubicBezTo>
                  <a:cubicBezTo>
                    <a:pt x="257" y="239"/>
                    <a:pt x="271" y="236"/>
                    <a:pt x="285" y="232"/>
                  </a:cubicBezTo>
                  <a:cubicBezTo>
                    <a:pt x="332" y="215"/>
                    <a:pt x="349" y="206"/>
                    <a:pt x="349" y="206"/>
                  </a:cubicBezTo>
                  <a:lnTo>
                    <a:pt x="285" y="166"/>
                  </a:lnTo>
                  <a:lnTo>
                    <a:pt x="255" y="176"/>
                  </a:lnTo>
                  <a:cubicBezTo>
                    <a:pt x="245" y="179"/>
                    <a:pt x="235" y="180"/>
                    <a:pt x="226" y="180"/>
                  </a:cubicBezTo>
                  <a:cubicBezTo>
                    <a:pt x="150" y="180"/>
                    <a:pt x="79" y="104"/>
                    <a:pt x="92" y="41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9" name="Google Shape;4259;p33"/>
            <p:cNvSpPr/>
            <p:nvPr/>
          </p:nvSpPr>
          <p:spPr>
            <a:xfrm rot="3599956">
              <a:off x="6858457" y="3254109"/>
              <a:ext cx="322662" cy="500231"/>
            </a:xfrm>
            <a:custGeom>
              <a:avLst/>
              <a:gdLst/>
              <a:ahLst/>
              <a:cxnLst/>
              <a:rect l="l" t="t" r="r" b="b"/>
              <a:pathLst>
                <a:path w="1183" h="1834" extrusionOk="0">
                  <a:moveTo>
                    <a:pt x="1009" y="0"/>
                  </a:moveTo>
                  <a:lnTo>
                    <a:pt x="954" y="1232"/>
                  </a:lnTo>
                  <a:lnTo>
                    <a:pt x="182" y="1637"/>
                  </a:lnTo>
                  <a:lnTo>
                    <a:pt x="0" y="1716"/>
                  </a:lnTo>
                  <a:lnTo>
                    <a:pt x="185" y="1834"/>
                  </a:lnTo>
                  <a:lnTo>
                    <a:pt x="1127" y="1343"/>
                  </a:lnTo>
                  <a:lnTo>
                    <a:pt x="1183" y="112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0" name="Google Shape;4260;p33"/>
            <p:cNvSpPr/>
            <p:nvPr/>
          </p:nvSpPr>
          <p:spPr>
            <a:xfrm rot="3599956">
              <a:off x="6729715" y="3560725"/>
              <a:ext cx="274385" cy="145105"/>
            </a:xfrm>
            <a:custGeom>
              <a:avLst/>
              <a:gdLst/>
              <a:ahLst/>
              <a:cxnLst/>
              <a:rect l="l" t="t" r="r" b="b"/>
              <a:pathLst>
                <a:path w="1006" h="532" extrusionOk="0">
                  <a:moveTo>
                    <a:pt x="941" y="0"/>
                  </a:moveTo>
                  <a:lnTo>
                    <a:pt x="1" y="491"/>
                  </a:lnTo>
                  <a:lnTo>
                    <a:pt x="65" y="531"/>
                  </a:lnTo>
                  <a:lnTo>
                    <a:pt x="1005" y="43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" name="Google Shape;4261;p33"/>
            <p:cNvSpPr/>
            <p:nvPr/>
          </p:nvSpPr>
          <p:spPr>
            <a:xfrm rot="3599956">
              <a:off x="6733404" y="3477927"/>
              <a:ext cx="274385" cy="144560"/>
            </a:xfrm>
            <a:custGeom>
              <a:avLst/>
              <a:gdLst/>
              <a:ahLst/>
              <a:cxnLst/>
              <a:rect l="l" t="t" r="r" b="b"/>
              <a:pathLst>
                <a:path w="1006" h="530" extrusionOk="0">
                  <a:moveTo>
                    <a:pt x="941" y="0"/>
                  </a:moveTo>
                  <a:lnTo>
                    <a:pt x="1" y="489"/>
                  </a:lnTo>
                  <a:lnTo>
                    <a:pt x="65" y="529"/>
                  </a:lnTo>
                  <a:lnTo>
                    <a:pt x="1005" y="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2" name="Google Shape;4262;p33"/>
            <p:cNvSpPr/>
            <p:nvPr/>
          </p:nvSpPr>
          <p:spPr>
            <a:xfrm rot="3599956">
              <a:off x="7140163" y="3351042"/>
              <a:ext cx="34639" cy="382947"/>
            </a:xfrm>
            <a:custGeom>
              <a:avLst/>
              <a:gdLst/>
              <a:ahLst/>
              <a:cxnLst/>
              <a:rect l="l" t="t" r="r" b="b"/>
              <a:pathLst>
                <a:path w="127" h="1404" extrusionOk="0">
                  <a:moveTo>
                    <a:pt x="62" y="0"/>
                  </a:moveTo>
                  <a:lnTo>
                    <a:pt x="0" y="1362"/>
                  </a:lnTo>
                  <a:lnTo>
                    <a:pt x="64" y="1403"/>
                  </a:lnTo>
                  <a:lnTo>
                    <a:pt x="126" y="4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23" name="Google Shape;4263;p33"/>
          <p:cNvGrpSpPr/>
          <p:nvPr/>
        </p:nvGrpSpPr>
        <p:grpSpPr>
          <a:xfrm>
            <a:off x="5542756" y="3434215"/>
            <a:ext cx="947826" cy="614253"/>
            <a:chOff x="4054038" y="2638882"/>
            <a:chExt cx="947826" cy="614253"/>
          </a:xfrm>
        </p:grpSpPr>
        <p:sp>
          <p:nvSpPr>
            <p:cNvPr id="124" name="Google Shape;4264;p33"/>
            <p:cNvSpPr/>
            <p:nvPr/>
          </p:nvSpPr>
          <p:spPr>
            <a:xfrm>
              <a:off x="4085132" y="2762714"/>
              <a:ext cx="886454" cy="461783"/>
            </a:xfrm>
            <a:custGeom>
              <a:avLst/>
              <a:gdLst/>
              <a:ahLst/>
              <a:cxnLst/>
              <a:rect l="l" t="t" r="r" b="b"/>
              <a:pathLst>
                <a:path w="3250" h="1693" extrusionOk="0">
                  <a:moveTo>
                    <a:pt x="2090" y="1"/>
                  </a:moveTo>
                  <a:lnTo>
                    <a:pt x="64" y="234"/>
                  </a:lnTo>
                  <a:lnTo>
                    <a:pt x="0" y="455"/>
                  </a:lnTo>
                  <a:lnTo>
                    <a:pt x="97" y="568"/>
                  </a:lnTo>
                  <a:lnTo>
                    <a:pt x="1253" y="1693"/>
                  </a:lnTo>
                  <a:lnTo>
                    <a:pt x="3249" y="1125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5" name="Google Shape;4265;p33"/>
            <p:cNvSpPr/>
            <p:nvPr/>
          </p:nvSpPr>
          <p:spPr>
            <a:xfrm>
              <a:off x="4419259" y="3067657"/>
              <a:ext cx="551511" cy="185477"/>
            </a:xfrm>
            <a:custGeom>
              <a:avLst/>
              <a:gdLst/>
              <a:ahLst/>
              <a:cxnLst/>
              <a:rect l="l" t="t" r="r" b="b"/>
              <a:pathLst>
                <a:path w="2022" h="680" extrusionOk="0">
                  <a:moveTo>
                    <a:pt x="2022" y="1"/>
                  </a:moveTo>
                  <a:lnTo>
                    <a:pt x="28" y="568"/>
                  </a:lnTo>
                  <a:lnTo>
                    <a:pt x="0" y="680"/>
                  </a:lnTo>
                  <a:lnTo>
                    <a:pt x="1994" y="112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68D3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6" name="Google Shape;4266;p33"/>
            <p:cNvSpPr/>
            <p:nvPr/>
          </p:nvSpPr>
          <p:spPr>
            <a:xfrm>
              <a:off x="4141593" y="2638882"/>
              <a:ext cx="860269" cy="461237"/>
            </a:xfrm>
            <a:custGeom>
              <a:avLst/>
              <a:gdLst/>
              <a:ahLst/>
              <a:cxnLst/>
              <a:rect l="l" t="t" r="r" b="b"/>
              <a:pathLst>
                <a:path w="3154" h="1691" extrusionOk="0">
                  <a:moveTo>
                    <a:pt x="1997" y="1"/>
                  </a:moveTo>
                  <a:lnTo>
                    <a:pt x="1" y="568"/>
                  </a:lnTo>
                  <a:lnTo>
                    <a:pt x="1160" y="1690"/>
                  </a:lnTo>
                  <a:lnTo>
                    <a:pt x="3154" y="1123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rgbClr val="68D3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7" name="Google Shape;4267;p33"/>
            <p:cNvSpPr/>
            <p:nvPr/>
          </p:nvSpPr>
          <p:spPr>
            <a:xfrm>
              <a:off x="4054038" y="2793808"/>
              <a:ext cx="87827" cy="153291"/>
            </a:xfrm>
            <a:custGeom>
              <a:avLst/>
              <a:gdLst/>
              <a:ahLst/>
              <a:cxnLst/>
              <a:rect l="l" t="t" r="r" b="b"/>
              <a:pathLst>
                <a:path w="322" h="562" extrusionOk="0">
                  <a:moveTo>
                    <a:pt x="322" y="0"/>
                  </a:moveTo>
                  <a:lnTo>
                    <a:pt x="290" y="2"/>
                  </a:lnTo>
                  <a:cubicBezTo>
                    <a:pt x="118" y="19"/>
                    <a:pt x="1" y="332"/>
                    <a:pt x="114" y="482"/>
                  </a:cubicBezTo>
                  <a:cubicBezTo>
                    <a:pt x="157" y="540"/>
                    <a:pt x="181" y="561"/>
                    <a:pt x="181" y="561"/>
                  </a:cubicBezTo>
                  <a:lnTo>
                    <a:pt x="208" y="450"/>
                  </a:lnTo>
                  <a:lnTo>
                    <a:pt x="178" y="409"/>
                  </a:lnTo>
                  <a:cubicBezTo>
                    <a:pt x="103" y="300"/>
                    <a:pt x="185" y="122"/>
                    <a:pt x="294" y="112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8" name="Google Shape;4268;p33"/>
            <p:cNvSpPr/>
            <p:nvPr/>
          </p:nvSpPr>
          <p:spPr>
            <a:xfrm>
              <a:off x="4117863" y="2810719"/>
              <a:ext cx="830266" cy="395229"/>
            </a:xfrm>
            <a:custGeom>
              <a:avLst/>
              <a:gdLst/>
              <a:ahLst/>
              <a:cxnLst/>
              <a:rect l="l" t="t" r="r" b="b"/>
              <a:pathLst>
                <a:path w="3044" h="1449" extrusionOk="0">
                  <a:moveTo>
                    <a:pt x="81" y="0"/>
                  </a:moveTo>
                  <a:lnTo>
                    <a:pt x="0" y="324"/>
                  </a:lnTo>
                  <a:lnTo>
                    <a:pt x="1163" y="1448"/>
                  </a:lnTo>
                  <a:lnTo>
                    <a:pt x="2966" y="936"/>
                  </a:lnTo>
                  <a:lnTo>
                    <a:pt x="3043" y="630"/>
                  </a:lnTo>
                  <a:lnTo>
                    <a:pt x="1240" y="1144"/>
                  </a:lnTo>
                  <a:lnTo>
                    <a:pt x="285" y="225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9" name="Google Shape;4269;p33"/>
            <p:cNvSpPr/>
            <p:nvPr/>
          </p:nvSpPr>
          <p:spPr>
            <a:xfrm>
              <a:off x="4117863" y="2810719"/>
              <a:ext cx="333579" cy="391683"/>
            </a:xfrm>
            <a:custGeom>
              <a:avLst/>
              <a:gdLst/>
              <a:ahLst/>
              <a:cxnLst/>
              <a:rect l="l" t="t" r="r" b="b"/>
              <a:pathLst>
                <a:path w="1223" h="1436" extrusionOk="0">
                  <a:moveTo>
                    <a:pt x="81" y="0"/>
                  </a:moveTo>
                  <a:lnTo>
                    <a:pt x="0" y="324"/>
                  </a:lnTo>
                  <a:lnTo>
                    <a:pt x="1150" y="1435"/>
                  </a:lnTo>
                  <a:lnTo>
                    <a:pt x="1223" y="1127"/>
                  </a:lnTo>
                  <a:lnTo>
                    <a:pt x="285" y="225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0" name="Google Shape;4270;p33"/>
            <p:cNvSpPr/>
            <p:nvPr/>
          </p:nvSpPr>
          <p:spPr>
            <a:xfrm>
              <a:off x="4103134" y="2915731"/>
              <a:ext cx="324033" cy="337404"/>
            </a:xfrm>
            <a:custGeom>
              <a:avLst/>
              <a:gdLst/>
              <a:ahLst/>
              <a:cxnLst/>
              <a:rect l="l" t="t" r="r" b="b"/>
              <a:pathLst>
                <a:path w="1188" h="1237" extrusionOk="0">
                  <a:moveTo>
                    <a:pt x="28" y="1"/>
                  </a:moveTo>
                  <a:lnTo>
                    <a:pt x="1" y="114"/>
                  </a:lnTo>
                  <a:lnTo>
                    <a:pt x="1159" y="1237"/>
                  </a:lnTo>
                  <a:lnTo>
                    <a:pt x="1187" y="1125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1" name="Google Shape;4271;p33"/>
            <p:cNvSpPr/>
            <p:nvPr/>
          </p:nvSpPr>
          <p:spPr>
            <a:xfrm>
              <a:off x="4134228" y="2793808"/>
              <a:ext cx="323760" cy="336586"/>
            </a:xfrm>
            <a:custGeom>
              <a:avLst/>
              <a:gdLst/>
              <a:ahLst/>
              <a:cxnLst/>
              <a:rect l="l" t="t" r="r" b="b"/>
              <a:pathLst>
                <a:path w="1187" h="1234" extrusionOk="0">
                  <a:moveTo>
                    <a:pt x="28" y="0"/>
                  </a:moveTo>
                  <a:lnTo>
                    <a:pt x="0" y="112"/>
                  </a:lnTo>
                  <a:lnTo>
                    <a:pt x="1159" y="1234"/>
                  </a:lnTo>
                  <a:lnTo>
                    <a:pt x="1187" y="1122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845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2" name="Google Shape;4272;p33"/>
            <p:cNvSpPr/>
            <p:nvPr/>
          </p:nvSpPr>
          <p:spPr>
            <a:xfrm>
              <a:off x="4450081" y="2944916"/>
              <a:ext cx="551783" cy="185477"/>
            </a:xfrm>
            <a:custGeom>
              <a:avLst/>
              <a:gdLst/>
              <a:ahLst/>
              <a:cxnLst/>
              <a:rect l="l" t="t" r="r" b="b"/>
              <a:pathLst>
                <a:path w="2023" h="680" extrusionOk="0">
                  <a:moveTo>
                    <a:pt x="2023" y="1"/>
                  </a:moveTo>
                  <a:lnTo>
                    <a:pt x="29" y="568"/>
                  </a:lnTo>
                  <a:lnTo>
                    <a:pt x="1" y="680"/>
                  </a:lnTo>
                  <a:lnTo>
                    <a:pt x="1995" y="112"/>
                  </a:lnTo>
                  <a:lnTo>
                    <a:pt x="202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33" name="Google Shape;4273;p33"/>
          <p:cNvGrpSpPr/>
          <p:nvPr/>
        </p:nvGrpSpPr>
        <p:grpSpPr>
          <a:xfrm>
            <a:off x="5380611" y="2714206"/>
            <a:ext cx="1169852" cy="475418"/>
            <a:chOff x="3996759" y="2152009"/>
            <a:chExt cx="1169852" cy="475418"/>
          </a:xfrm>
        </p:grpSpPr>
        <p:sp>
          <p:nvSpPr>
            <p:cNvPr id="134" name="Google Shape;4274;p33"/>
            <p:cNvSpPr/>
            <p:nvPr/>
          </p:nvSpPr>
          <p:spPr>
            <a:xfrm>
              <a:off x="4370708" y="2454225"/>
              <a:ext cx="222841" cy="173203"/>
            </a:xfrm>
            <a:custGeom>
              <a:avLst/>
              <a:gdLst/>
              <a:ahLst/>
              <a:cxnLst/>
              <a:rect l="l" t="t" r="r" b="b"/>
              <a:pathLst>
                <a:path w="817" h="635" extrusionOk="0">
                  <a:moveTo>
                    <a:pt x="371" y="1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343" y="429"/>
                  </a:lnTo>
                  <a:lnTo>
                    <a:pt x="431" y="635"/>
                  </a:lnTo>
                  <a:lnTo>
                    <a:pt x="816" y="1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69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5" name="Google Shape;4275;p33"/>
            <p:cNvSpPr/>
            <p:nvPr/>
          </p:nvSpPr>
          <p:spPr>
            <a:xfrm>
              <a:off x="3996759" y="2152009"/>
              <a:ext cx="1169846" cy="337131"/>
            </a:xfrm>
            <a:custGeom>
              <a:avLst/>
              <a:gdLst/>
              <a:ahLst/>
              <a:cxnLst/>
              <a:rect l="l" t="t" r="r" b="b"/>
              <a:pathLst>
                <a:path w="4289" h="1236" extrusionOk="0">
                  <a:moveTo>
                    <a:pt x="391" y="0"/>
                  </a:moveTo>
                  <a:cubicBezTo>
                    <a:pt x="306" y="0"/>
                    <a:pt x="222" y="54"/>
                    <a:pt x="153" y="162"/>
                  </a:cubicBezTo>
                  <a:cubicBezTo>
                    <a:pt x="14" y="383"/>
                    <a:pt x="1" y="749"/>
                    <a:pt x="123" y="978"/>
                  </a:cubicBezTo>
                  <a:cubicBezTo>
                    <a:pt x="187" y="1098"/>
                    <a:pt x="275" y="1156"/>
                    <a:pt x="364" y="1156"/>
                  </a:cubicBezTo>
                  <a:cubicBezTo>
                    <a:pt x="367" y="1156"/>
                    <a:pt x="370" y="1156"/>
                    <a:pt x="373" y="1156"/>
                  </a:cubicBezTo>
                  <a:lnTo>
                    <a:pt x="408" y="1156"/>
                  </a:lnTo>
                  <a:cubicBezTo>
                    <a:pt x="414" y="1157"/>
                    <a:pt x="420" y="1158"/>
                    <a:pt x="426" y="1158"/>
                  </a:cubicBezTo>
                  <a:cubicBezTo>
                    <a:pt x="431" y="1158"/>
                    <a:pt x="437" y="1157"/>
                    <a:pt x="442" y="1156"/>
                  </a:cubicBezTo>
                  <a:cubicBezTo>
                    <a:pt x="455" y="1158"/>
                    <a:pt x="465" y="1158"/>
                    <a:pt x="478" y="1158"/>
                  </a:cubicBezTo>
                  <a:cubicBezTo>
                    <a:pt x="485" y="1158"/>
                    <a:pt x="494" y="1159"/>
                    <a:pt x="501" y="1159"/>
                  </a:cubicBezTo>
                  <a:cubicBezTo>
                    <a:pt x="505" y="1159"/>
                    <a:pt x="509" y="1159"/>
                    <a:pt x="513" y="1158"/>
                  </a:cubicBezTo>
                  <a:cubicBezTo>
                    <a:pt x="525" y="1160"/>
                    <a:pt x="536" y="1160"/>
                    <a:pt x="549" y="1160"/>
                  </a:cubicBezTo>
                  <a:lnTo>
                    <a:pt x="583" y="1160"/>
                  </a:lnTo>
                  <a:cubicBezTo>
                    <a:pt x="590" y="1161"/>
                    <a:pt x="596" y="1162"/>
                    <a:pt x="601" y="1162"/>
                  </a:cubicBezTo>
                  <a:cubicBezTo>
                    <a:pt x="607" y="1162"/>
                    <a:pt x="612" y="1161"/>
                    <a:pt x="618" y="1160"/>
                  </a:cubicBezTo>
                  <a:cubicBezTo>
                    <a:pt x="630" y="1162"/>
                    <a:pt x="641" y="1162"/>
                    <a:pt x="654" y="1162"/>
                  </a:cubicBezTo>
                  <a:lnTo>
                    <a:pt x="688" y="1162"/>
                  </a:lnTo>
                  <a:cubicBezTo>
                    <a:pt x="695" y="1163"/>
                    <a:pt x="701" y="1164"/>
                    <a:pt x="706" y="1164"/>
                  </a:cubicBezTo>
                  <a:cubicBezTo>
                    <a:pt x="712" y="1164"/>
                    <a:pt x="718" y="1163"/>
                    <a:pt x="725" y="1162"/>
                  </a:cubicBezTo>
                  <a:cubicBezTo>
                    <a:pt x="735" y="1164"/>
                    <a:pt x="748" y="1164"/>
                    <a:pt x="759" y="1164"/>
                  </a:cubicBezTo>
                  <a:cubicBezTo>
                    <a:pt x="767" y="1164"/>
                    <a:pt x="775" y="1165"/>
                    <a:pt x="783" y="1165"/>
                  </a:cubicBezTo>
                  <a:cubicBezTo>
                    <a:pt x="787" y="1165"/>
                    <a:pt x="791" y="1165"/>
                    <a:pt x="795" y="1164"/>
                  </a:cubicBezTo>
                  <a:cubicBezTo>
                    <a:pt x="806" y="1167"/>
                    <a:pt x="819" y="1167"/>
                    <a:pt x="830" y="1167"/>
                  </a:cubicBezTo>
                  <a:lnTo>
                    <a:pt x="864" y="1167"/>
                  </a:lnTo>
                  <a:cubicBezTo>
                    <a:pt x="870" y="1168"/>
                    <a:pt x="876" y="1168"/>
                    <a:pt x="882" y="1168"/>
                  </a:cubicBezTo>
                  <a:cubicBezTo>
                    <a:pt x="888" y="1168"/>
                    <a:pt x="894" y="1168"/>
                    <a:pt x="900" y="1167"/>
                  </a:cubicBezTo>
                  <a:cubicBezTo>
                    <a:pt x="911" y="1169"/>
                    <a:pt x="924" y="1169"/>
                    <a:pt x="935" y="1169"/>
                  </a:cubicBezTo>
                  <a:lnTo>
                    <a:pt x="971" y="1169"/>
                  </a:lnTo>
                  <a:cubicBezTo>
                    <a:pt x="976" y="1170"/>
                    <a:pt x="982" y="1170"/>
                    <a:pt x="988" y="1170"/>
                  </a:cubicBezTo>
                  <a:cubicBezTo>
                    <a:pt x="994" y="1170"/>
                    <a:pt x="1000" y="1170"/>
                    <a:pt x="1005" y="1169"/>
                  </a:cubicBezTo>
                  <a:cubicBezTo>
                    <a:pt x="1016" y="1171"/>
                    <a:pt x="1029" y="1171"/>
                    <a:pt x="1039" y="1171"/>
                  </a:cubicBezTo>
                  <a:cubicBezTo>
                    <a:pt x="1048" y="1171"/>
                    <a:pt x="1056" y="1172"/>
                    <a:pt x="1064" y="1172"/>
                  </a:cubicBezTo>
                  <a:cubicBezTo>
                    <a:pt x="1068" y="1172"/>
                    <a:pt x="1072" y="1172"/>
                    <a:pt x="1076" y="1171"/>
                  </a:cubicBezTo>
                  <a:cubicBezTo>
                    <a:pt x="1087" y="1173"/>
                    <a:pt x="1099" y="1173"/>
                    <a:pt x="1110" y="1173"/>
                  </a:cubicBezTo>
                  <a:lnTo>
                    <a:pt x="1147" y="1173"/>
                  </a:lnTo>
                  <a:cubicBezTo>
                    <a:pt x="1152" y="1174"/>
                    <a:pt x="1158" y="1175"/>
                    <a:pt x="1164" y="1175"/>
                  </a:cubicBezTo>
                  <a:cubicBezTo>
                    <a:pt x="1170" y="1175"/>
                    <a:pt x="1175" y="1174"/>
                    <a:pt x="1181" y="1173"/>
                  </a:cubicBezTo>
                  <a:cubicBezTo>
                    <a:pt x="1194" y="1175"/>
                    <a:pt x="1204" y="1175"/>
                    <a:pt x="1215" y="1175"/>
                  </a:cubicBezTo>
                  <a:lnTo>
                    <a:pt x="1252" y="1175"/>
                  </a:lnTo>
                  <a:cubicBezTo>
                    <a:pt x="1257" y="1176"/>
                    <a:pt x="1263" y="1177"/>
                    <a:pt x="1269" y="1177"/>
                  </a:cubicBezTo>
                  <a:cubicBezTo>
                    <a:pt x="1275" y="1177"/>
                    <a:pt x="1280" y="1176"/>
                    <a:pt x="1286" y="1175"/>
                  </a:cubicBezTo>
                  <a:cubicBezTo>
                    <a:pt x="1299" y="1177"/>
                    <a:pt x="1309" y="1177"/>
                    <a:pt x="1322" y="1177"/>
                  </a:cubicBezTo>
                  <a:cubicBezTo>
                    <a:pt x="1329" y="1177"/>
                    <a:pt x="1337" y="1178"/>
                    <a:pt x="1345" y="1178"/>
                  </a:cubicBezTo>
                  <a:cubicBezTo>
                    <a:pt x="1349" y="1178"/>
                    <a:pt x="1353" y="1178"/>
                    <a:pt x="1356" y="1177"/>
                  </a:cubicBezTo>
                  <a:cubicBezTo>
                    <a:pt x="1369" y="1179"/>
                    <a:pt x="1380" y="1179"/>
                    <a:pt x="1391" y="1179"/>
                  </a:cubicBezTo>
                  <a:lnTo>
                    <a:pt x="1427" y="1179"/>
                  </a:lnTo>
                  <a:cubicBezTo>
                    <a:pt x="1432" y="1181"/>
                    <a:pt x="1438" y="1181"/>
                    <a:pt x="1444" y="1181"/>
                  </a:cubicBezTo>
                  <a:cubicBezTo>
                    <a:pt x="1450" y="1181"/>
                    <a:pt x="1456" y="1181"/>
                    <a:pt x="1461" y="1179"/>
                  </a:cubicBezTo>
                  <a:cubicBezTo>
                    <a:pt x="1474" y="1182"/>
                    <a:pt x="1485" y="1182"/>
                    <a:pt x="1498" y="1182"/>
                  </a:cubicBezTo>
                  <a:lnTo>
                    <a:pt x="1532" y="1182"/>
                  </a:lnTo>
                  <a:cubicBezTo>
                    <a:pt x="1539" y="1183"/>
                    <a:pt x="1544" y="1183"/>
                    <a:pt x="1550" y="1183"/>
                  </a:cubicBezTo>
                  <a:cubicBezTo>
                    <a:pt x="1556" y="1183"/>
                    <a:pt x="1562" y="1183"/>
                    <a:pt x="1568" y="1182"/>
                  </a:cubicBezTo>
                  <a:cubicBezTo>
                    <a:pt x="1579" y="1184"/>
                    <a:pt x="1592" y="1184"/>
                    <a:pt x="1603" y="1184"/>
                  </a:cubicBezTo>
                  <a:cubicBezTo>
                    <a:pt x="1610" y="1184"/>
                    <a:pt x="1618" y="1185"/>
                    <a:pt x="1626" y="1185"/>
                  </a:cubicBezTo>
                  <a:cubicBezTo>
                    <a:pt x="1630" y="1185"/>
                    <a:pt x="1633" y="1184"/>
                    <a:pt x="1637" y="1184"/>
                  </a:cubicBezTo>
                  <a:cubicBezTo>
                    <a:pt x="1650" y="1186"/>
                    <a:pt x="1661" y="1186"/>
                    <a:pt x="1673" y="1186"/>
                  </a:cubicBezTo>
                  <a:lnTo>
                    <a:pt x="1708" y="1186"/>
                  </a:lnTo>
                  <a:cubicBezTo>
                    <a:pt x="1714" y="1187"/>
                    <a:pt x="1720" y="1187"/>
                    <a:pt x="1726" y="1187"/>
                  </a:cubicBezTo>
                  <a:cubicBezTo>
                    <a:pt x="1732" y="1187"/>
                    <a:pt x="1738" y="1187"/>
                    <a:pt x="1744" y="1186"/>
                  </a:cubicBezTo>
                  <a:cubicBezTo>
                    <a:pt x="1755" y="1188"/>
                    <a:pt x="1768" y="1188"/>
                    <a:pt x="1778" y="1188"/>
                  </a:cubicBezTo>
                  <a:lnTo>
                    <a:pt x="1813" y="1188"/>
                  </a:lnTo>
                  <a:cubicBezTo>
                    <a:pt x="1819" y="1189"/>
                    <a:pt x="1825" y="1190"/>
                    <a:pt x="1831" y="1190"/>
                  </a:cubicBezTo>
                  <a:cubicBezTo>
                    <a:pt x="1837" y="1190"/>
                    <a:pt x="1843" y="1189"/>
                    <a:pt x="1849" y="1188"/>
                  </a:cubicBezTo>
                  <a:cubicBezTo>
                    <a:pt x="1860" y="1190"/>
                    <a:pt x="1873" y="1190"/>
                    <a:pt x="1883" y="1190"/>
                  </a:cubicBezTo>
                  <a:cubicBezTo>
                    <a:pt x="1892" y="1190"/>
                    <a:pt x="1900" y="1191"/>
                    <a:pt x="1907" y="1191"/>
                  </a:cubicBezTo>
                  <a:cubicBezTo>
                    <a:pt x="1911" y="1191"/>
                    <a:pt x="1915" y="1191"/>
                    <a:pt x="1920" y="1190"/>
                  </a:cubicBezTo>
                  <a:cubicBezTo>
                    <a:pt x="1930" y="1192"/>
                    <a:pt x="1943" y="1192"/>
                    <a:pt x="1954" y="1192"/>
                  </a:cubicBezTo>
                  <a:lnTo>
                    <a:pt x="1988" y="1192"/>
                  </a:lnTo>
                  <a:cubicBezTo>
                    <a:pt x="1995" y="1193"/>
                    <a:pt x="2001" y="1194"/>
                    <a:pt x="2006" y="1194"/>
                  </a:cubicBezTo>
                  <a:cubicBezTo>
                    <a:pt x="2012" y="1194"/>
                    <a:pt x="2018" y="1193"/>
                    <a:pt x="2025" y="1192"/>
                  </a:cubicBezTo>
                  <a:cubicBezTo>
                    <a:pt x="2035" y="1194"/>
                    <a:pt x="2048" y="1194"/>
                    <a:pt x="2059" y="1194"/>
                  </a:cubicBezTo>
                  <a:lnTo>
                    <a:pt x="2095" y="1194"/>
                  </a:lnTo>
                  <a:cubicBezTo>
                    <a:pt x="2101" y="1196"/>
                    <a:pt x="2107" y="1196"/>
                    <a:pt x="2112" y="1196"/>
                  </a:cubicBezTo>
                  <a:cubicBezTo>
                    <a:pt x="2118" y="1196"/>
                    <a:pt x="2124" y="1196"/>
                    <a:pt x="2130" y="1194"/>
                  </a:cubicBezTo>
                  <a:cubicBezTo>
                    <a:pt x="2142" y="1197"/>
                    <a:pt x="2153" y="1197"/>
                    <a:pt x="2166" y="1197"/>
                  </a:cubicBezTo>
                  <a:cubicBezTo>
                    <a:pt x="2171" y="1198"/>
                    <a:pt x="2177" y="1198"/>
                    <a:pt x="2183" y="1198"/>
                  </a:cubicBezTo>
                  <a:cubicBezTo>
                    <a:pt x="2189" y="1198"/>
                    <a:pt x="2195" y="1198"/>
                    <a:pt x="2200" y="1197"/>
                  </a:cubicBezTo>
                  <a:cubicBezTo>
                    <a:pt x="2211" y="1199"/>
                    <a:pt x="2224" y="1199"/>
                    <a:pt x="2235" y="1199"/>
                  </a:cubicBezTo>
                  <a:lnTo>
                    <a:pt x="2271" y="1199"/>
                  </a:lnTo>
                  <a:cubicBezTo>
                    <a:pt x="2276" y="1200"/>
                    <a:pt x="2282" y="1200"/>
                    <a:pt x="2288" y="1200"/>
                  </a:cubicBezTo>
                  <a:cubicBezTo>
                    <a:pt x="2294" y="1200"/>
                    <a:pt x="2300" y="1200"/>
                    <a:pt x="2305" y="1199"/>
                  </a:cubicBezTo>
                  <a:cubicBezTo>
                    <a:pt x="2318" y="1201"/>
                    <a:pt x="2329" y="1201"/>
                    <a:pt x="2342" y="1201"/>
                  </a:cubicBezTo>
                  <a:cubicBezTo>
                    <a:pt x="2349" y="1201"/>
                    <a:pt x="2357" y="1202"/>
                    <a:pt x="2365" y="1202"/>
                  </a:cubicBezTo>
                  <a:cubicBezTo>
                    <a:pt x="2369" y="1202"/>
                    <a:pt x="2372" y="1202"/>
                    <a:pt x="2376" y="1201"/>
                  </a:cubicBezTo>
                  <a:cubicBezTo>
                    <a:pt x="2387" y="1203"/>
                    <a:pt x="2399" y="1203"/>
                    <a:pt x="2410" y="1203"/>
                  </a:cubicBezTo>
                  <a:lnTo>
                    <a:pt x="2447" y="1203"/>
                  </a:lnTo>
                  <a:cubicBezTo>
                    <a:pt x="2452" y="1204"/>
                    <a:pt x="2458" y="1205"/>
                    <a:pt x="2464" y="1205"/>
                  </a:cubicBezTo>
                  <a:cubicBezTo>
                    <a:pt x="2470" y="1205"/>
                    <a:pt x="2476" y="1204"/>
                    <a:pt x="2481" y="1203"/>
                  </a:cubicBezTo>
                  <a:cubicBezTo>
                    <a:pt x="2494" y="1205"/>
                    <a:pt x="2504" y="1205"/>
                    <a:pt x="2517" y="1205"/>
                  </a:cubicBezTo>
                  <a:lnTo>
                    <a:pt x="2552" y="1205"/>
                  </a:lnTo>
                  <a:cubicBezTo>
                    <a:pt x="2558" y="1206"/>
                    <a:pt x="2564" y="1207"/>
                    <a:pt x="2569" y="1207"/>
                  </a:cubicBezTo>
                  <a:cubicBezTo>
                    <a:pt x="2575" y="1207"/>
                    <a:pt x="2580" y="1206"/>
                    <a:pt x="2586" y="1205"/>
                  </a:cubicBezTo>
                  <a:cubicBezTo>
                    <a:pt x="2599" y="1207"/>
                    <a:pt x="2609" y="1207"/>
                    <a:pt x="2622" y="1207"/>
                  </a:cubicBezTo>
                  <a:cubicBezTo>
                    <a:pt x="2629" y="1207"/>
                    <a:pt x="2637" y="1208"/>
                    <a:pt x="2645" y="1208"/>
                  </a:cubicBezTo>
                  <a:cubicBezTo>
                    <a:pt x="2649" y="1208"/>
                    <a:pt x="2653" y="1208"/>
                    <a:pt x="2656" y="1207"/>
                  </a:cubicBezTo>
                  <a:cubicBezTo>
                    <a:pt x="2669" y="1209"/>
                    <a:pt x="2680" y="1209"/>
                    <a:pt x="2693" y="1209"/>
                  </a:cubicBezTo>
                  <a:lnTo>
                    <a:pt x="2727" y="1209"/>
                  </a:lnTo>
                  <a:cubicBezTo>
                    <a:pt x="2734" y="1211"/>
                    <a:pt x="2739" y="1211"/>
                    <a:pt x="2745" y="1211"/>
                  </a:cubicBezTo>
                  <a:cubicBezTo>
                    <a:pt x="2751" y="1211"/>
                    <a:pt x="2757" y="1211"/>
                    <a:pt x="2764" y="1209"/>
                  </a:cubicBezTo>
                  <a:cubicBezTo>
                    <a:pt x="2774" y="1212"/>
                    <a:pt x="2787" y="1212"/>
                    <a:pt x="2798" y="1212"/>
                  </a:cubicBezTo>
                  <a:lnTo>
                    <a:pt x="2832" y="1212"/>
                  </a:lnTo>
                  <a:cubicBezTo>
                    <a:pt x="2839" y="1213"/>
                    <a:pt x="2844" y="1213"/>
                    <a:pt x="2850" y="1213"/>
                  </a:cubicBezTo>
                  <a:cubicBezTo>
                    <a:pt x="2856" y="1213"/>
                    <a:pt x="2862" y="1213"/>
                    <a:pt x="2869" y="1212"/>
                  </a:cubicBezTo>
                  <a:cubicBezTo>
                    <a:pt x="2879" y="1214"/>
                    <a:pt x="2892" y="1214"/>
                    <a:pt x="2903" y="1214"/>
                  </a:cubicBezTo>
                  <a:cubicBezTo>
                    <a:pt x="2911" y="1214"/>
                    <a:pt x="2919" y="1215"/>
                    <a:pt x="2927" y="1215"/>
                  </a:cubicBezTo>
                  <a:cubicBezTo>
                    <a:pt x="2931" y="1215"/>
                    <a:pt x="2935" y="1214"/>
                    <a:pt x="2939" y="1214"/>
                  </a:cubicBezTo>
                  <a:cubicBezTo>
                    <a:pt x="2950" y="1216"/>
                    <a:pt x="2963" y="1216"/>
                    <a:pt x="2973" y="1216"/>
                  </a:cubicBezTo>
                  <a:lnTo>
                    <a:pt x="3008" y="1216"/>
                  </a:lnTo>
                  <a:cubicBezTo>
                    <a:pt x="3014" y="1217"/>
                    <a:pt x="3020" y="1217"/>
                    <a:pt x="3026" y="1217"/>
                  </a:cubicBezTo>
                  <a:cubicBezTo>
                    <a:pt x="3032" y="1217"/>
                    <a:pt x="3038" y="1217"/>
                    <a:pt x="3044" y="1216"/>
                  </a:cubicBezTo>
                  <a:cubicBezTo>
                    <a:pt x="3055" y="1218"/>
                    <a:pt x="3068" y="1218"/>
                    <a:pt x="3078" y="1218"/>
                  </a:cubicBezTo>
                  <a:lnTo>
                    <a:pt x="3115" y="1218"/>
                  </a:lnTo>
                  <a:cubicBezTo>
                    <a:pt x="3120" y="1219"/>
                    <a:pt x="3126" y="1220"/>
                    <a:pt x="3132" y="1220"/>
                  </a:cubicBezTo>
                  <a:cubicBezTo>
                    <a:pt x="3138" y="1220"/>
                    <a:pt x="3144" y="1219"/>
                    <a:pt x="3149" y="1218"/>
                  </a:cubicBezTo>
                  <a:cubicBezTo>
                    <a:pt x="3162" y="1220"/>
                    <a:pt x="3173" y="1220"/>
                    <a:pt x="3185" y="1220"/>
                  </a:cubicBezTo>
                  <a:cubicBezTo>
                    <a:pt x="3193" y="1220"/>
                    <a:pt x="3201" y="1221"/>
                    <a:pt x="3209" y="1221"/>
                  </a:cubicBezTo>
                  <a:cubicBezTo>
                    <a:pt x="3212" y="1221"/>
                    <a:pt x="3216" y="1221"/>
                    <a:pt x="3220" y="1220"/>
                  </a:cubicBezTo>
                  <a:cubicBezTo>
                    <a:pt x="3230" y="1222"/>
                    <a:pt x="3243" y="1222"/>
                    <a:pt x="3254" y="1222"/>
                  </a:cubicBezTo>
                  <a:lnTo>
                    <a:pt x="3290" y="1222"/>
                  </a:lnTo>
                  <a:cubicBezTo>
                    <a:pt x="3296" y="1223"/>
                    <a:pt x="3302" y="1224"/>
                    <a:pt x="3308" y="1224"/>
                  </a:cubicBezTo>
                  <a:cubicBezTo>
                    <a:pt x="3313" y="1224"/>
                    <a:pt x="3319" y="1223"/>
                    <a:pt x="3325" y="1222"/>
                  </a:cubicBezTo>
                  <a:cubicBezTo>
                    <a:pt x="3338" y="1224"/>
                    <a:pt x="3348" y="1224"/>
                    <a:pt x="3361" y="1224"/>
                  </a:cubicBezTo>
                  <a:lnTo>
                    <a:pt x="3395" y="1224"/>
                  </a:lnTo>
                  <a:cubicBezTo>
                    <a:pt x="3402" y="1226"/>
                    <a:pt x="3408" y="1226"/>
                    <a:pt x="3413" y="1226"/>
                  </a:cubicBezTo>
                  <a:cubicBezTo>
                    <a:pt x="3419" y="1226"/>
                    <a:pt x="3424" y="1226"/>
                    <a:pt x="3430" y="1224"/>
                  </a:cubicBezTo>
                  <a:cubicBezTo>
                    <a:pt x="3443" y="1227"/>
                    <a:pt x="3453" y="1227"/>
                    <a:pt x="3466" y="1227"/>
                  </a:cubicBezTo>
                  <a:cubicBezTo>
                    <a:pt x="3473" y="1227"/>
                    <a:pt x="3481" y="1228"/>
                    <a:pt x="3489" y="1228"/>
                  </a:cubicBezTo>
                  <a:cubicBezTo>
                    <a:pt x="3493" y="1228"/>
                    <a:pt x="3497" y="1227"/>
                    <a:pt x="3500" y="1227"/>
                  </a:cubicBezTo>
                  <a:cubicBezTo>
                    <a:pt x="3513" y="1229"/>
                    <a:pt x="3524" y="1229"/>
                    <a:pt x="3537" y="1229"/>
                  </a:cubicBezTo>
                  <a:lnTo>
                    <a:pt x="3571" y="1229"/>
                  </a:lnTo>
                  <a:cubicBezTo>
                    <a:pt x="3577" y="1230"/>
                    <a:pt x="3583" y="1230"/>
                    <a:pt x="3589" y="1230"/>
                  </a:cubicBezTo>
                  <a:cubicBezTo>
                    <a:pt x="3595" y="1230"/>
                    <a:pt x="3600" y="1230"/>
                    <a:pt x="3605" y="1229"/>
                  </a:cubicBezTo>
                  <a:cubicBezTo>
                    <a:pt x="3618" y="1231"/>
                    <a:pt x="3629" y="1231"/>
                    <a:pt x="3642" y="1231"/>
                  </a:cubicBezTo>
                  <a:lnTo>
                    <a:pt x="3676" y="1231"/>
                  </a:lnTo>
                  <a:cubicBezTo>
                    <a:pt x="3682" y="1232"/>
                    <a:pt x="3688" y="1232"/>
                    <a:pt x="3694" y="1232"/>
                  </a:cubicBezTo>
                  <a:cubicBezTo>
                    <a:pt x="3700" y="1232"/>
                    <a:pt x="3706" y="1232"/>
                    <a:pt x="3712" y="1231"/>
                  </a:cubicBezTo>
                  <a:cubicBezTo>
                    <a:pt x="3723" y="1233"/>
                    <a:pt x="3736" y="1233"/>
                    <a:pt x="3747" y="1233"/>
                  </a:cubicBezTo>
                  <a:cubicBezTo>
                    <a:pt x="3755" y="1233"/>
                    <a:pt x="3763" y="1234"/>
                    <a:pt x="3771" y="1234"/>
                  </a:cubicBezTo>
                  <a:cubicBezTo>
                    <a:pt x="3775" y="1234"/>
                    <a:pt x="3779" y="1234"/>
                    <a:pt x="3783" y="1233"/>
                  </a:cubicBezTo>
                  <a:cubicBezTo>
                    <a:pt x="3794" y="1235"/>
                    <a:pt x="3807" y="1235"/>
                    <a:pt x="3817" y="1235"/>
                  </a:cubicBezTo>
                  <a:lnTo>
                    <a:pt x="3852" y="1235"/>
                  </a:lnTo>
                  <a:lnTo>
                    <a:pt x="3914" y="940"/>
                  </a:lnTo>
                  <a:lnTo>
                    <a:pt x="4214" y="937"/>
                  </a:lnTo>
                  <a:cubicBezTo>
                    <a:pt x="4288" y="721"/>
                    <a:pt x="4282" y="453"/>
                    <a:pt x="4181" y="267"/>
                  </a:cubicBezTo>
                  <a:cubicBezTo>
                    <a:pt x="4117" y="147"/>
                    <a:pt x="4026" y="81"/>
                    <a:pt x="3937" y="81"/>
                  </a:cubicBezTo>
                  <a:cubicBezTo>
                    <a:pt x="3934" y="81"/>
                    <a:pt x="3931" y="81"/>
                    <a:pt x="3929" y="81"/>
                  </a:cubicBezTo>
                  <a:lnTo>
                    <a:pt x="3894" y="81"/>
                  </a:lnTo>
                  <a:cubicBezTo>
                    <a:pt x="3888" y="80"/>
                    <a:pt x="3882" y="79"/>
                    <a:pt x="3876" y="79"/>
                  </a:cubicBezTo>
                  <a:cubicBezTo>
                    <a:pt x="3870" y="79"/>
                    <a:pt x="3864" y="80"/>
                    <a:pt x="3858" y="81"/>
                  </a:cubicBezTo>
                  <a:cubicBezTo>
                    <a:pt x="3847" y="79"/>
                    <a:pt x="3834" y="79"/>
                    <a:pt x="3824" y="79"/>
                  </a:cubicBezTo>
                  <a:lnTo>
                    <a:pt x="3789" y="79"/>
                  </a:lnTo>
                  <a:cubicBezTo>
                    <a:pt x="3783" y="78"/>
                    <a:pt x="3777" y="77"/>
                    <a:pt x="3771" y="77"/>
                  </a:cubicBezTo>
                  <a:cubicBezTo>
                    <a:pt x="3765" y="77"/>
                    <a:pt x="3759" y="78"/>
                    <a:pt x="3753" y="79"/>
                  </a:cubicBezTo>
                  <a:cubicBezTo>
                    <a:pt x="3742" y="76"/>
                    <a:pt x="3729" y="76"/>
                    <a:pt x="3719" y="76"/>
                  </a:cubicBezTo>
                  <a:cubicBezTo>
                    <a:pt x="3710" y="76"/>
                    <a:pt x="3703" y="76"/>
                    <a:pt x="3695" y="76"/>
                  </a:cubicBezTo>
                  <a:cubicBezTo>
                    <a:pt x="3691" y="76"/>
                    <a:pt x="3687" y="76"/>
                    <a:pt x="3682" y="76"/>
                  </a:cubicBezTo>
                  <a:cubicBezTo>
                    <a:pt x="3672" y="74"/>
                    <a:pt x="3659" y="74"/>
                    <a:pt x="3648" y="74"/>
                  </a:cubicBezTo>
                  <a:lnTo>
                    <a:pt x="3612" y="74"/>
                  </a:lnTo>
                  <a:cubicBezTo>
                    <a:pt x="3606" y="73"/>
                    <a:pt x="3600" y="73"/>
                    <a:pt x="3595" y="73"/>
                  </a:cubicBezTo>
                  <a:cubicBezTo>
                    <a:pt x="3589" y="73"/>
                    <a:pt x="3583" y="73"/>
                    <a:pt x="3577" y="74"/>
                  </a:cubicBezTo>
                  <a:cubicBezTo>
                    <a:pt x="3565" y="72"/>
                    <a:pt x="3554" y="72"/>
                    <a:pt x="3543" y="72"/>
                  </a:cubicBezTo>
                  <a:lnTo>
                    <a:pt x="3507" y="72"/>
                  </a:lnTo>
                  <a:cubicBezTo>
                    <a:pt x="3501" y="71"/>
                    <a:pt x="3496" y="71"/>
                    <a:pt x="3490" y="71"/>
                  </a:cubicBezTo>
                  <a:cubicBezTo>
                    <a:pt x="3484" y="71"/>
                    <a:pt x="3478" y="71"/>
                    <a:pt x="3472" y="72"/>
                  </a:cubicBezTo>
                  <a:cubicBezTo>
                    <a:pt x="3460" y="70"/>
                    <a:pt x="3449" y="70"/>
                    <a:pt x="3436" y="70"/>
                  </a:cubicBezTo>
                  <a:cubicBezTo>
                    <a:pt x="3429" y="70"/>
                    <a:pt x="3421" y="69"/>
                    <a:pt x="3413" y="69"/>
                  </a:cubicBezTo>
                  <a:cubicBezTo>
                    <a:pt x="3409" y="69"/>
                    <a:pt x="3405" y="69"/>
                    <a:pt x="3402" y="70"/>
                  </a:cubicBezTo>
                  <a:cubicBezTo>
                    <a:pt x="3389" y="68"/>
                    <a:pt x="3378" y="68"/>
                    <a:pt x="3365" y="68"/>
                  </a:cubicBezTo>
                  <a:lnTo>
                    <a:pt x="3331" y="68"/>
                  </a:lnTo>
                  <a:cubicBezTo>
                    <a:pt x="3326" y="67"/>
                    <a:pt x="3320" y="66"/>
                    <a:pt x="3314" y="66"/>
                  </a:cubicBezTo>
                  <a:cubicBezTo>
                    <a:pt x="3308" y="66"/>
                    <a:pt x="3302" y="67"/>
                    <a:pt x="3297" y="68"/>
                  </a:cubicBezTo>
                  <a:cubicBezTo>
                    <a:pt x="3284" y="66"/>
                    <a:pt x="3273" y="66"/>
                    <a:pt x="3260" y="66"/>
                  </a:cubicBezTo>
                  <a:lnTo>
                    <a:pt x="3226" y="66"/>
                  </a:lnTo>
                  <a:cubicBezTo>
                    <a:pt x="3220" y="65"/>
                    <a:pt x="3214" y="64"/>
                    <a:pt x="3208" y="64"/>
                  </a:cubicBezTo>
                  <a:cubicBezTo>
                    <a:pt x="3202" y="64"/>
                    <a:pt x="3196" y="65"/>
                    <a:pt x="3190" y="66"/>
                  </a:cubicBezTo>
                  <a:cubicBezTo>
                    <a:pt x="3179" y="64"/>
                    <a:pt x="3166" y="64"/>
                    <a:pt x="3156" y="64"/>
                  </a:cubicBezTo>
                  <a:cubicBezTo>
                    <a:pt x="3150" y="63"/>
                    <a:pt x="3144" y="62"/>
                    <a:pt x="3138" y="62"/>
                  </a:cubicBezTo>
                  <a:cubicBezTo>
                    <a:pt x="3132" y="62"/>
                    <a:pt x="3127" y="63"/>
                    <a:pt x="3121" y="64"/>
                  </a:cubicBezTo>
                  <a:cubicBezTo>
                    <a:pt x="3108" y="61"/>
                    <a:pt x="3098" y="61"/>
                    <a:pt x="3085" y="61"/>
                  </a:cubicBezTo>
                  <a:lnTo>
                    <a:pt x="3051" y="61"/>
                  </a:lnTo>
                  <a:cubicBezTo>
                    <a:pt x="3044" y="60"/>
                    <a:pt x="3038" y="60"/>
                    <a:pt x="3032" y="60"/>
                  </a:cubicBezTo>
                  <a:cubicBezTo>
                    <a:pt x="3026" y="60"/>
                    <a:pt x="3021" y="60"/>
                    <a:pt x="3014" y="61"/>
                  </a:cubicBezTo>
                  <a:cubicBezTo>
                    <a:pt x="3003" y="59"/>
                    <a:pt x="2991" y="59"/>
                    <a:pt x="2980" y="59"/>
                  </a:cubicBezTo>
                  <a:lnTo>
                    <a:pt x="2946" y="59"/>
                  </a:lnTo>
                  <a:cubicBezTo>
                    <a:pt x="2939" y="58"/>
                    <a:pt x="2933" y="58"/>
                    <a:pt x="2927" y="58"/>
                  </a:cubicBezTo>
                  <a:cubicBezTo>
                    <a:pt x="2922" y="58"/>
                    <a:pt x="2916" y="58"/>
                    <a:pt x="2909" y="59"/>
                  </a:cubicBezTo>
                  <a:cubicBezTo>
                    <a:pt x="2899" y="57"/>
                    <a:pt x="2886" y="57"/>
                    <a:pt x="2875" y="57"/>
                  </a:cubicBezTo>
                  <a:cubicBezTo>
                    <a:pt x="2869" y="56"/>
                    <a:pt x="2863" y="56"/>
                    <a:pt x="2857" y="56"/>
                  </a:cubicBezTo>
                  <a:cubicBezTo>
                    <a:pt x="2851" y="56"/>
                    <a:pt x="2845" y="56"/>
                    <a:pt x="2839" y="57"/>
                  </a:cubicBezTo>
                  <a:cubicBezTo>
                    <a:pt x="2828" y="55"/>
                    <a:pt x="2815" y="55"/>
                    <a:pt x="2804" y="55"/>
                  </a:cubicBezTo>
                  <a:lnTo>
                    <a:pt x="2770" y="55"/>
                  </a:lnTo>
                  <a:cubicBezTo>
                    <a:pt x="2764" y="54"/>
                    <a:pt x="2758" y="53"/>
                    <a:pt x="2752" y="53"/>
                  </a:cubicBezTo>
                  <a:cubicBezTo>
                    <a:pt x="2746" y="53"/>
                    <a:pt x="2740" y="54"/>
                    <a:pt x="2734" y="55"/>
                  </a:cubicBezTo>
                  <a:cubicBezTo>
                    <a:pt x="2723" y="53"/>
                    <a:pt x="2710" y="53"/>
                    <a:pt x="2699" y="53"/>
                  </a:cubicBezTo>
                  <a:cubicBezTo>
                    <a:pt x="2691" y="53"/>
                    <a:pt x="2683" y="52"/>
                    <a:pt x="2675" y="52"/>
                  </a:cubicBezTo>
                  <a:cubicBezTo>
                    <a:pt x="2671" y="52"/>
                    <a:pt x="2667" y="52"/>
                    <a:pt x="2663" y="53"/>
                  </a:cubicBezTo>
                  <a:cubicBezTo>
                    <a:pt x="2652" y="51"/>
                    <a:pt x="2639" y="51"/>
                    <a:pt x="2629" y="51"/>
                  </a:cubicBezTo>
                  <a:lnTo>
                    <a:pt x="2592" y="51"/>
                  </a:lnTo>
                  <a:cubicBezTo>
                    <a:pt x="2587" y="50"/>
                    <a:pt x="2581" y="49"/>
                    <a:pt x="2575" y="49"/>
                  </a:cubicBezTo>
                  <a:cubicBezTo>
                    <a:pt x="2569" y="49"/>
                    <a:pt x="2563" y="50"/>
                    <a:pt x="2558" y="51"/>
                  </a:cubicBezTo>
                  <a:cubicBezTo>
                    <a:pt x="2547" y="49"/>
                    <a:pt x="2534" y="49"/>
                    <a:pt x="2524" y="49"/>
                  </a:cubicBezTo>
                  <a:lnTo>
                    <a:pt x="2487" y="49"/>
                  </a:lnTo>
                  <a:cubicBezTo>
                    <a:pt x="2482" y="48"/>
                    <a:pt x="2476" y="47"/>
                    <a:pt x="2470" y="47"/>
                  </a:cubicBezTo>
                  <a:cubicBezTo>
                    <a:pt x="2464" y="47"/>
                    <a:pt x="2458" y="48"/>
                    <a:pt x="2453" y="49"/>
                  </a:cubicBezTo>
                  <a:cubicBezTo>
                    <a:pt x="2440" y="46"/>
                    <a:pt x="2429" y="46"/>
                    <a:pt x="2417" y="46"/>
                  </a:cubicBezTo>
                  <a:cubicBezTo>
                    <a:pt x="2409" y="46"/>
                    <a:pt x="2401" y="46"/>
                    <a:pt x="2394" y="46"/>
                  </a:cubicBezTo>
                  <a:cubicBezTo>
                    <a:pt x="2390" y="46"/>
                    <a:pt x="2386" y="46"/>
                    <a:pt x="2382" y="46"/>
                  </a:cubicBezTo>
                  <a:cubicBezTo>
                    <a:pt x="2369" y="44"/>
                    <a:pt x="2359" y="44"/>
                    <a:pt x="2346" y="44"/>
                  </a:cubicBezTo>
                  <a:lnTo>
                    <a:pt x="2312" y="44"/>
                  </a:lnTo>
                  <a:cubicBezTo>
                    <a:pt x="2306" y="43"/>
                    <a:pt x="2300" y="43"/>
                    <a:pt x="2295" y="43"/>
                  </a:cubicBezTo>
                  <a:cubicBezTo>
                    <a:pt x="2289" y="43"/>
                    <a:pt x="2283" y="43"/>
                    <a:pt x="2277" y="44"/>
                  </a:cubicBezTo>
                  <a:cubicBezTo>
                    <a:pt x="2265" y="42"/>
                    <a:pt x="2254" y="42"/>
                    <a:pt x="2241" y="42"/>
                  </a:cubicBezTo>
                  <a:lnTo>
                    <a:pt x="2207" y="42"/>
                  </a:lnTo>
                  <a:cubicBezTo>
                    <a:pt x="2200" y="41"/>
                    <a:pt x="2194" y="41"/>
                    <a:pt x="2189" y="41"/>
                  </a:cubicBezTo>
                  <a:cubicBezTo>
                    <a:pt x="2183" y="41"/>
                    <a:pt x="2177" y="41"/>
                    <a:pt x="2170" y="42"/>
                  </a:cubicBezTo>
                  <a:cubicBezTo>
                    <a:pt x="2160" y="40"/>
                    <a:pt x="2147" y="40"/>
                    <a:pt x="2136" y="40"/>
                  </a:cubicBezTo>
                  <a:cubicBezTo>
                    <a:pt x="2127" y="40"/>
                    <a:pt x="2120" y="39"/>
                    <a:pt x="2113" y="39"/>
                  </a:cubicBezTo>
                  <a:cubicBezTo>
                    <a:pt x="2109" y="39"/>
                    <a:pt x="2105" y="39"/>
                    <a:pt x="2102" y="40"/>
                  </a:cubicBezTo>
                  <a:cubicBezTo>
                    <a:pt x="2089" y="38"/>
                    <a:pt x="2078" y="38"/>
                    <a:pt x="2065" y="38"/>
                  </a:cubicBezTo>
                  <a:lnTo>
                    <a:pt x="2031" y="38"/>
                  </a:lnTo>
                  <a:cubicBezTo>
                    <a:pt x="2025" y="37"/>
                    <a:pt x="2019" y="36"/>
                    <a:pt x="2013" y="36"/>
                  </a:cubicBezTo>
                  <a:cubicBezTo>
                    <a:pt x="2007" y="36"/>
                    <a:pt x="2001" y="37"/>
                    <a:pt x="1995" y="38"/>
                  </a:cubicBezTo>
                  <a:cubicBezTo>
                    <a:pt x="1984" y="36"/>
                    <a:pt x="1971" y="36"/>
                    <a:pt x="1960" y="36"/>
                  </a:cubicBezTo>
                  <a:lnTo>
                    <a:pt x="1924" y="36"/>
                  </a:lnTo>
                  <a:cubicBezTo>
                    <a:pt x="1919" y="35"/>
                    <a:pt x="1913" y="34"/>
                    <a:pt x="1907" y="34"/>
                  </a:cubicBezTo>
                  <a:cubicBezTo>
                    <a:pt x="1901" y="34"/>
                    <a:pt x="1895" y="35"/>
                    <a:pt x="1890" y="36"/>
                  </a:cubicBezTo>
                  <a:cubicBezTo>
                    <a:pt x="1877" y="34"/>
                    <a:pt x="1866" y="34"/>
                    <a:pt x="1855" y="34"/>
                  </a:cubicBezTo>
                  <a:cubicBezTo>
                    <a:pt x="1847" y="34"/>
                    <a:pt x="1839" y="33"/>
                    <a:pt x="1831" y="33"/>
                  </a:cubicBezTo>
                  <a:cubicBezTo>
                    <a:pt x="1827" y="33"/>
                    <a:pt x="1823" y="33"/>
                    <a:pt x="1819" y="34"/>
                  </a:cubicBezTo>
                  <a:cubicBezTo>
                    <a:pt x="1808" y="31"/>
                    <a:pt x="1796" y="31"/>
                    <a:pt x="1785" y="31"/>
                  </a:cubicBezTo>
                  <a:lnTo>
                    <a:pt x="1748" y="31"/>
                  </a:lnTo>
                  <a:cubicBezTo>
                    <a:pt x="1743" y="30"/>
                    <a:pt x="1737" y="30"/>
                    <a:pt x="1731" y="30"/>
                  </a:cubicBezTo>
                  <a:cubicBezTo>
                    <a:pt x="1725" y="30"/>
                    <a:pt x="1719" y="30"/>
                    <a:pt x="1714" y="31"/>
                  </a:cubicBezTo>
                  <a:cubicBezTo>
                    <a:pt x="1701" y="29"/>
                    <a:pt x="1691" y="29"/>
                    <a:pt x="1678" y="29"/>
                  </a:cubicBezTo>
                  <a:lnTo>
                    <a:pt x="1643" y="29"/>
                  </a:lnTo>
                  <a:cubicBezTo>
                    <a:pt x="1637" y="28"/>
                    <a:pt x="1631" y="28"/>
                    <a:pt x="1626" y="28"/>
                  </a:cubicBezTo>
                  <a:cubicBezTo>
                    <a:pt x="1620" y="28"/>
                    <a:pt x="1615" y="28"/>
                    <a:pt x="1609" y="29"/>
                  </a:cubicBezTo>
                  <a:cubicBezTo>
                    <a:pt x="1596" y="27"/>
                    <a:pt x="1586" y="27"/>
                    <a:pt x="1573" y="27"/>
                  </a:cubicBezTo>
                  <a:cubicBezTo>
                    <a:pt x="1566" y="27"/>
                    <a:pt x="1558" y="26"/>
                    <a:pt x="1550" y="26"/>
                  </a:cubicBezTo>
                  <a:cubicBezTo>
                    <a:pt x="1546" y="26"/>
                    <a:pt x="1542" y="26"/>
                    <a:pt x="1539" y="27"/>
                  </a:cubicBezTo>
                  <a:cubicBezTo>
                    <a:pt x="1526" y="25"/>
                    <a:pt x="1515" y="25"/>
                    <a:pt x="1502" y="25"/>
                  </a:cubicBezTo>
                  <a:lnTo>
                    <a:pt x="1468" y="25"/>
                  </a:lnTo>
                  <a:cubicBezTo>
                    <a:pt x="1461" y="24"/>
                    <a:pt x="1456" y="23"/>
                    <a:pt x="1450" y="23"/>
                  </a:cubicBezTo>
                  <a:cubicBezTo>
                    <a:pt x="1444" y="23"/>
                    <a:pt x="1439" y="24"/>
                    <a:pt x="1434" y="25"/>
                  </a:cubicBezTo>
                  <a:cubicBezTo>
                    <a:pt x="1421" y="23"/>
                    <a:pt x="1410" y="23"/>
                    <a:pt x="1397" y="23"/>
                  </a:cubicBezTo>
                  <a:lnTo>
                    <a:pt x="1363" y="23"/>
                  </a:lnTo>
                  <a:cubicBezTo>
                    <a:pt x="1356" y="22"/>
                    <a:pt x="1351" y="21"/>
                    <a:pt x="1345" y="21"/>
                  </a:cubicBezTo>
                  <a:cubicBezTo>
                    <a:pt x="1339" y="21"/>
                    <a:pt x="1333" y="22"/>
                    <a:pt x="1326" y="23"/>
                  </a:cubicBezTo>
                  <a:cubicBezTo>
                    <a:pt x="1316" y="21"/>
                    <a:pt x="1303" y="21"/>
                    <a:pt x="1292" y="21"/>
                  </a:cubicBezTo>
                  <a:cubicBezTo>
                    <a:pt x="1284" y="21"/>
                    <a:pt x="1276" y="20"/>
                    <a:pt x="1268" y="20"/>
                  </a:cubicBezTo>
                  <a:cubicBezTo>
                    <a:pt x="1264" y="20"/>
                    <a:pt x="1260" y="20"/>
                    <a:pt x="1256" y="21"/>
                  </a:cubicBezTo>
                  <a:cubicBezTo>
                    <a:pt x="1245" y="19"/>
                    <a:pt x="1232" y="19"/>
                    <a:pt x="1222" y="19"/>
                  </a:cubicBezTo>
                  <a:lnTo>
                    <a:pt x="1187" y="19"/>
                  </a:lnTo>
                  <a:cubicBezTo>
                    <a:pt x="1181" y="18"/>
                    <a:pt x="1175" y="17"/>
                    <a:pt x="1169" y="17"/>
                  </a:cubicBezTo>
                  <a:cubicBezTo>
                    <a:pt x="1163" y="17"/>
                    <a:pt x="1157" y="18"/>
                    <a:pt x="1151" y="19"/>
                  </a:cubicBezTo>
                  <a:cubicBezTo>
                    <a:pt x="1140" y="17"/>
                    <a:pt x="1127" y="17"/>
                    <a:pt x="1117" y="17"/>
                  </a:cubicBezTo>
                  <a:lnTo>
                    <a:pt x="1080" y="17"/>
                  </a:lnTo>
                  <a:cubicBezTo>
                    <a:pt x="1075" y="15"/>
                    <a:pt x="1069" y="15"/>
                    <a:pt x="1063" y="15"/>
                  </a:cubicBezTo>
                  <a:cubicBezTo>
                    <a:pt x="1057" y="15"/>
                    <a:pt x="1051" y="15"/>
                    <a:pt x="1046" y="17"/>
                  </a:cubicBezTo>
                  <a:cubicBezTo>
                    <a:pt x="1033" y="14"/>
                    <a:pt x="1022" y="14"/>
                    <a:pt x="1012" y="14"/>
                  </a:cubicBezTo>
                  <a:cubicBezTo>
                    <a:pt x="1003" y="14"/>
                    <a:pt x="995" y="13"/>
                    <a:pt x="988" y="13"/>
                  </a:cubicBezTo>
                  <a:cubicBezTo>
                    <a:pt x="984" y="13"/>
                    <a:pt x="980" y="14"/>
                    <a:pt x="975" y="14"/>
                  </a:cubicBezTo>
                  <a:cubicBezTo>
                    <a:pt x="965" y="12"/>
                    <a:pt x="952" y="12"/>
                    <a:pt x="941" y="12"/>
                  </a:cubicBezTo>
                  <a:lnTo>
                    <a:pt x="905" y="12"/>
                  </a:lnTo>
                  <a:cubicBezTo>
                    <a:pt x="899" y="11"/>
                    <a:pt x="893" y="11"/>
                    <a:pt x="887" y="11"/>
                  </a:cubicBezTo>
                  <a:cubicBezTo>
                    <a:pt x="882" y="11"/>
                    <a:pt x="876" y="11"/>
                    <a:pt x="870" y="12"/>
                  </a:cubicBezTo>
                  <a:cubicBezTo>
                    <a:pt x="857" y="10"/>
                    <a:pt x="847" y="10"/>
                    <a:pt x="836" y="10"/>
                  </a:cubicBezTo>
                  <a:lnTo>
                    <a:pt x="800" y="10"/>
                  </a:lnTo>
                  <a:cubicBezTo>
                    <a:pt x="794" y="9"/>
                    <a:pt x="788" y="8"/>
                    <a:pt x="782" y="8"/>
                  </a:cubicBezTo>
                  <a:cubicBezTo>
                    <a:pt x="777" y="8"/>
                    <a:pt x="771" y="9"/>
                    <a:pt x="765" y="10"/>
                  </a:cubicBezTo>
                  <a:cubicBezTo>
                    <a:pt x="752" y="8"/>
                    <a:pt x="742" y="8"/>
                    <a:pt x="729" y="8"/>
                  </a:cubicBezTo>
                  <a:cubicBezTo>
                    <a:pt x="722" y="8"/>
                    <a:pt x="714" y="7"/>
                    <a:pt x="706" y="7"/>
                  </a:cubicBezTo>
                  <a:cubicBezTo>
                    <a:pt x="702" y="7"/>
                    <a:pt x="698" y="7"/>
                    <a:pt x="695" y="8"/>
                  </a:cubicBezTo>
                  <a:cubicBezTo>
                    <a:pt x="682" y="6"/>
                    <a:pt x="671" y="6"/>
                    <a:pt x="658" y="6"/>
                  </a:cubicBezTo>
                  <a:lnTo>
                    <a:pt x="624" y="6"/>
                  </a:lnTo>
                  <a:cubicBezTo>
                    <a:pt x="619" y="5"/>
                    <a:pt x="613" y="4"/>
                    <a:pt x="607" y="4"/>
                  </a:cubicBezTo>
                  <a:cubicBezTo>
                    <a:pt x="601" y="4"/>
                    <a:pt x="595" y="5"/>
                    <a:pt x="590" y="6"/>
                  </a:cubicBezTo>
                  <a:cubicBezTo>
                    <a:pt x="577" y="4"/>
                    <a:pt x="566" y="4"/>
                    <a:pt x="553" y="4"/>
                  </a:cubicBezTo>
                  <a:lnTo>
                    <a:pt x="519" y="4"/>
                  </a:lnTo>
                  <a:cubicBezTo>
                    <a:pt x="513" y="3"/>
                    <a:pt x="507" y="2"/>
                    <a:pt x="501" y="2"/>
                  </a:cubicBezTo>
                  <a:cubicBezTo>
                    <a:pt x="495" y="2"/>
                    <a:pt x="489" y="3"/>
                    <a:pt x="483" y="4"/>
                  </a:cubicBezTo>
                  <a:cubicBezTo>
                    <a:pt x="472" y="2"/>
                    <a:pt x="459" y="2"/>
                    <a:pt x="448" y="2"/>
                  </a:cubicBezTo>
                  <a:cubicBezTo>
                    <a:pt x="441" y="2"/>
                    <a:pt x="433" y="1"/>
                    <a:pt x="425" y="1"/>
                  </a:cubicBezTo>
                  <a:cubicBezTo>
                    <a:pt x="421" y="1"/>
                    <a:pt x="418" y="1"/>
                    <a:pt x="414" y="2"/>
                  </a:cubicBezTo>
                  <a:cubicBezTo>
                    <a:pt x="406" y="1"/>
                    <a:pt x="399" y="0"/>
                    <a:pt x="3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6" name="Google Shape;4276;p33"/>
            <p:cNvSpPr/>
            <p:nvPr/>
          </p:nvSpPr>
          <p:spPr>
            <a:xfrm>
              <a:off x="4941315" y="2173830"/>
              <a:ext cx="225296" cy="315311"/>
            </a:xfrm>
            <a:custGeom>
              <a:avLst/>
              <a:gdLst/>
              <a:ahLst/>
              <a:cxnLst/>
              <a:rect l="l" t="t" r="r" b="b"/>
              <a:pathLst>
                <a:path w="826" h="1156" extrusionOk="0">
                  <a:moveTo>
                    <a:pt x="408" y="1"/>
                  </a:moveTo>
                  <a:cubicBezTo>
                    <a:pt x="311" y="9"/>
                    <a:pt x="215" y="65"/>
                    <a:pt x="153" y="164"/>
                  </a:cubicBezTo>
                  <a:cubicBezTo>
                    <a:pt x="16" y="386"/>
                    <a:pt x="1" y="750"/>
                    <a:pt x="125" y="980"/>
                  </a:cubicBezTo>
                  <a:cubicBezTo>
                    <a:pt x="181" y="1087"/>
                    <a:pt x="258" y="1144"/>
                    <a:pt x="337" y="1155"/>
                  </a:cubicBezTo>
                  <a:lnTo>
                    <a:pt x="389" y="1155"/>
                  </a:lnTo>
                  <a:lnTo>
                    <a:pt x="451" y="860"/>
                  </a:lnTo>
                  <a:lnTo>
                    <a:pt x="663" y="857"/>
                  </a:lnTo>
                  <a:cubicBezTo>
                    <a:pt x="663" y="857"/>
                    <a:pt x="663" y="857"/>
                    <a:pt x="663" y="855"/>
                  </a:cubicBezTo>
                  <a:cubicBezTo>
                    <a:pt x="663" y="855"/>
                    <a:pt x="672" y="854"/>
                    <a:pt x="683" y="854"/>
                  </a:cubicBezTo>
                  <a:cubicBezTo>
                    <a:pt x="706" y="854"/>
                    <a:pt x="741" y="855"/>
                    <a:pt x="751" y="855"/>
                  </a:cubicBezTo>
                  <a:cubicBezTo>
                    <a:pt x="825" y="639"/>
                    <a:pt x="817" y="373"/>
                    <a:pt x="718" y="187"/>
                  </a:cubicBezTo>
                  <a:cubicBezTo>
                    <a:pt x="676" y="106"/>
                    <a:pt x="618" y="48"/>
                    <a:pt x="558" y="20"/>
                  </a:cubicBezTo>
                  <a:cubicBezTo>
                    <a:pt x="538" y="11"/>
                    <a:pt x="517" y="7"/>
                    <a:pt x="498" y="3"/>
                  </a:cubicBezTo>
                  <a:cubicBezTo>
                    <a:pt x="487" y="1"/>
                    <a:pt x="476" y="1"/>
                    <a:pt x="46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7" name="Google Shape;4277;p33"/>
            <p:cNvSpPr/>
            <p:nvPr/>
          </p:nvSpPr>
          <p:spPr>
            <a:xfrm>
              <a:off x="4945407" y="2259203"/>
              <a:ext cx="213567" cy="229937"/>
            </a:xfrm>
            <a:custGeom>
              <a:avLst/>
              <a:gdLst/>
              <a:ahLst/>
              <a:cxnLst/>
              <a:rect l="l" t="t" r="r" b="b"/>
              <a:pathLst>
                <a:path w="783" h="843" extrusionOk="0">
                  <a:moveTo>
                    <a:pt x="69" y="0"/>
                  </a:moveTo>
                  <a:lnTo>
                    <a:pt x="69" y="0"/>
                  </a:lnTo>
                  <a:cubicBezTo>
                    <a:pt x="1" y="215"/>
                    <a:pt x="12" y="484"/>
                    <a:pt x="110" y="667"/>
                  </a:cubicBezTo>
                  <a:cubicBezTo>
                    <a:pt x="173" y="784"/>
                    <a:pt x="259" y="843"/>
                    <a:pt x="347" y="843"/>
                  </a:cubicBezTo>
                  <a:cubicBezTo>
                    <a:pt x="430" y="843"/>
                    <a:pt x="516" y="789"/>
                    <a:pt x="583" y="682"/>
                  </a:cubicBezTo>
                  <a:cubicBezTo>
                    <a:pt x="691" y="510"/>
                    <a:pt x="783" y="262"/>
                    <a:pt x="736" y="48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8" name="Google Shape;4278;p33"/>
            <p:cNvSpPr/>
            <p:nvPr/>
          </p:nvSpPr>
          <p:spPr>
            <a:xfrm>
              <a:off x="4337978" y="2154464"/>
              <a:ext cx="247389" cy="322948"/>
            </a:xfrm>
            <a:custGeom>
              <a:avLst/>
              <a:gdLst/>
              <a:ahLst/>
              <a:cxnLst/>
              <a:rect l="l" t="t" r="r" b="b"/>
              <a:pathLst>
                <a:path w="907" h="1184" extrusionOk="0">
                  <a:moveTo>
                    <a:pt x="902" y="27"/>
                  </a:moveTo>
                  <a:cubicBezTo>
                    <a:pt x="900" y="27"/>
                    <a:pt x="898" y="27"/>
                    <a:pt x="897" y="27"/>
                  </a:cubicBezTo>
                  <a:lnTo>
                    <a:pt x="906" y="27"/>
                  </a:lnTo>
                  <a:cubicBezTo>
                    <a:pt x="905" y="27"/>
                    <a:pt x="903" y="27"/>
                    <a:pt x="902" y="27"/>
                  </a:cubicBezTo>
                  <a:close/>
                  <a:moveTo>
                    <a:pt x="389" y="1"/>
                  </a:moveTo>
                  <a:cubicBezTo>
                    <a:pt x="305" y="1"/>
                    <a:pt x="221" y="54"/>
                    <a:pt x="153" y="162"/>
                  </a:cubicBezTo>
                  <a:cubicBezTo>
                    <a:pt x="13" y="384"/>
                    <a:pt x="1" y="749"/>
                    <a:pt x="123" y="980"/>
                  </a:cubicBezTo>
                  <a:cubicBezTo>
                    <a:pt x="185" y="1096"/>
                    <a:pt x="270" y="1153"/>
                    <a:pt x="356" y="1155"/>
                  </a:cubicBezTo>
                  <a:lnTo>
                    <a:pt x="367" y="1155"/>
                  </a:lnTo>
                  <a:cubicBezTo>
                    <a:pt x="369" y="1155"/>
                    <a:pt x="371" y="1155"/>
                    <a:pt x="371" y="1158"/>
                  </a:cubicBezTo>
                  <a:lnTo>
                    <a:pt x="407" y="1158"/>
                  </a:lnTo>
                  <a:cubicBezTo>
                    <a:pt x="410" y="1158"/>
                    <a:pt x="412" y="1158"/>
                    <a:pt x="412" y="1160"/>
                  </a:cubicBezTo>
                  <a:lnTo>
                    <a:pt x="448" y="1160"/>
                  </a:lnTo>
                  <a:cubicBezTo>
                    <a:pt x="450" y="1160"/>
                    <a:pt x="452" y="1160"/>
                    <a:pt x="452" y="1162"/>
                  </a:cubicBezTo>
                  <a:lnTo>
                    <a:pt x="489" y="1162"/>
                  </a:lnTo>
                  <a:cubicBezTo>
                    <a:pt x="491" y="1162"/>
                    <a:pt x="493" y="1162"/>
                    <a:pt x="493" y="1164"/>
                  </a:cubicBezTo>
                  <a:lnTo>
                    <a:pt x="530" y="1164"/>
                  </a:lnTo>
                  <a:cubicBezTo>
                    <a:pt x="532" y="1164"/>
                    <a:pt x="534" y="1164"/>
                    <a:pt x="534" y="1166"/>
                  </a:cubicBezTo>
                  <a:lnTo>
                    <a:pt x="570" y="1166"/>
                  </a:lnTo>
                  <a:cubicBezTo>
                    <a:pt x="572" y="1166"/>
                    <a:pt x="574" y="1166"/>
                    <a:pt x="574" y="1168"/>
                  </a:cubicBezTo>
                  <a:lnTo>
                    <a:pt x="611" y="1168"/>
                  </a:lnTo>
                  <a:cubicBezTo>
                    <a:pt x="613" y="1168"/>
                    <a:pt x="615" y="1168"/>
                    <a:pt x="615" y="1170"/>
                  </a:cubicBezTo>
                  <a:lnTo>
                    <a:pt x="652" y="1170"/>
                  </a:lnTo>
                  <a:cubicBezTo>
                    <a:pt x="654" y="1170"/>
                    <a:pt x="656" y="1170"/>
                    <a:pt x="656" y="1173"/>
                  </a:cubicBezTo>
                  <a:lnTo>
                    <a:pt x="692" y="1173"/>
                  </a:lnTo>
                  <a:cubicBezTo>
                    <a:pt x="694" y="1173"/>
                    <a:pt x="697" y="1173"/>
                    <a:pt x="697" y="1175"/>
                  </a:cubicBezTo>
                  <a:lnTo>
                    <a:pt x="733" y="1175"/>
                  </a:lnTo>
                  <a:cubicBezTo>
                    <a:pt x="735" y="1175"/>
                    <a:pt x="737" y="1175"/>
                    <a:pt x="737" y="1177"/>
                  </a:cubicBezTo>
                  <a:lnTo>
                    <a:pt x="774" y="1177"/>
                  </a:lnTo>
                  <a:cubicBezTo>
                    <a:pt x="776" y="1177"/>
                    <a:pt x="778" y="1177"/>
                    <a:pt x="778" y="1179"/>
                  </a:cubicBezTo>
                  <a:lnTo>
                    <a:pt x="814" y="1179"/>
                  </a:lnTo>
                  <a:cubicBezTo>
                    <a:pt x="817" y="1179"/>
                    <a:pt x="819" y="1179"/>
                    <a:pt x="819" y="1181"/>
                  </a:cubicBezTo>
                  <a:lnTo>
                    <a:pt x="845" y="1181"/>
                  </a:lnTo>
                  <a:cubicBezTo>
                    <a:pt x="767" y="1169"/>
                    <a:pt x="694" y="1110"/>
                    <a:pt x="637" y="1006"/>
                  </a:cubicBezTo>
                  <a:cubicBezTo>
                    <a:pt x="515" y="776"/>
                    <a:pt x="527" y="410"/>
                    <a:pt x="667" y="190"/>
                  </a:cubicBezTo>
                  <a:cubicBezTo>
                    <a:pt x="732" y="82"/>
                    <a:pt x="816" y="29"/>
                    <a:pt x="897" y="27"/>
                  </a:cubicBezTo>
                  <a:lnTo>
                    <a:pt x="887" y="27"/>
                  </a:lnTo>
                  <a:cubicBezTo>
                    <a:pt x="885" y="27"/>
                    <a:pt x="883" y="27"/>
                    <a:pt x="881" y="25"/>
                  </a:cubicBezTo>
                  <a:lnTo>
                    <a:pt x="846" y="25"/>
                  </a:lnTo>
                  <a:cubicBezTo>
                    <a:pt x="844" y="25"/>
                    <a:pt x="842" y="25"/>
                    <a:pt x="840" y="22"/>
                  </a:cubicBezTo>
                  <a:lnTo>
                    <a:pt x="806" y="22"/>
                  </a:lnTo>
                  <a:cubicBezTo>
                    <a:pt x="804" y="22"/>
                    <a:pt x="802" y="22"/>
                    <a:pt x="799" y="20"/>
                  </a:cubicBezTo>
                  <a:lnTo>
                    <a:pt x="765" y="20"/>
                  </a:lnTo>
                  <a:cubicBezTo>
                    <a:pt x="763" y="20"/>
                    <a:pt x="761" y="20"/>
                    <a:pt x="759" y="18"/>
                  </a:cubicBezTo>
                  <a:lnTo>
                    <a:pt x="724" y="18"/>
                  </a:lnTo>
                  <a:cubicBezTo>
                    <a:pt x="722" y="18"/>
                    <a:pt x="720" y="18"/>
                    <a:pt x="718" y="16"/>
                  </a:cubicBezTo>
                  <a:lnTo>
                    <a:pt x="684" y="16"/>
                  </a:lnTo>
                  <a:cubicBezTo>
                    <a:pt x="682" y="16"/>
                    <a:pt x="679" y="16"/>
                    <a:pt x="677" y="14"/>
                  </a:cubicBezTo>
                  <a:lnTo>
                    <a:pt x="643" y="14"/>
                  </a:lnTo>
                  <a:cubicBezTo>
                    <a:pt x="641" y="14"/>
                    <a:pt x="639" y="14"/>
                    <a:pt x="637" y="12"/>
                  </a:cubicBezTo>
                  <a:lnTo>
                    <a:pt x="602" y="12"/>
                  </a:lnTo>
                  <a:cubicBezTo>
                    <a:pt x="600" y="12"/>
                    <a:pt x="598" y="12"/>
                    <a:pt x="596" y="10"/>
                  </a:cubicBezTo>
                  <a:lnTo>
                    <a:pt x="562" y="10"/>
                  </a:lnTo>
                  <a:cubicBezTo>
                    <a:pt x="560" y="10"/>
                    <a:pt x="557" y="10"/>
                    <a:pt x="555" y="8"/>
                  </a:cubicBezTo>
                  <a:lnTo>
                    <a:pt x="521" y="8"/>
                  </a:lnTo>
                  <a:cubicBezTo>
                    <a:pt x="519" y="8"/>
                    <a:pt x="517" y="8"/>
                    <a:pt x="515" y="5"/>
                  </a:cubicBezTo>
                  <a:lnTo>
                    <a:pt x="480" y="5"/>
                  </a:lnTo>
                  <a:cubicBezTo>
                    <a:pt x="478" y="5"/>
                    <a:pt x="476" y="5"/>
                    <a:pt x="474" y="3"/>
                  </a:cubicBezTo>
                  <a:lnTo>
                    <a:pt x="440" y="3"/>
                  </a:lnTo>
                  <a:cubicBezTo>
                    <a:pt x="437" y="3"/>
                    <a:pt x="435" y="3"/>
                    <a:pt x="433" y="1"/>
                  </a:cubicBezTo>
                  <a:lnTo>
                    <a:pt x="399" y="1"/>
                  </a:lnTo>
                  <a:cubicBezTo>
                    <a:pt x="396" y="1"/>
                    <a:pt x="392" y="1"/>
                    <a:pt x="389" y="1"/>
                  </a:cubicBezTo>
                  <a:close/>
                  <a:moveTo>
                    <a:pt x="845" y="1181"/>
                  </a:moveTo>
                  <a:cubicBezTo>
                    <a:pt x="852" y="1182"/>
                    <a:pt x="859" y="1183"/>
                    <a:pt x="866" y="1183"/>
                  </a:cubicBezTo>
                  <a:cubicBezTo>
                    <a:pt x="864" y="1181"/>
                    <a:pt x="861" y="1181"/>
                    <a:pt x="859" y="1181"/>
                  </a:cubicBezTo>
                  <a:close/>
                </a:path>
              </a:pathLst>
            </a:custGeom>
            <a:solidFill>
              <a:srgbClr val="FF69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39" name="Google Shape;4279;p33"/>
          <p:cNvGrpSpPr/>
          <p:nvPr/>
        </p:nvGrpSpPr>
        <p:grpSpPr>
          <a:xfrm>
            <a:off x="5513586" y="1667357"/>
            <a:ext cx="909638" cy="726903"/>
            <a:chOff x="4101497" y="1243999"/>
            <a:chExt cx="909638" cy="726903"/>
          </a:xfrm>
        </p:grpSpPr>
        <p:sp>
          <p:nvSpPr>
            <p:cNvPr id="140" name="Google Shape;4280;p33"/>
            <p:cNvSpPr/>
            <p:nvPr/>
          </p:nvSpPr>
          <p:spPr>
            <a:xfrm>
              <a:off x="4101497" y="1506119"/>
              <a:ext cx="909638" cy="284216"/>
            </a:xfrm>
            <a:custGeom>
              <a:avLst/>
              <a:gdLst/>
              <a:ahLst/>
              <a:cxnLst/>
              <a:rect l="l" t="t" r="r" b="b"/>
              <a:pathLst>
                <a:path w="3335" h="1042" extrusionOk="0">
                  <a:moveTo>
                    <a:pt x="0" y="1"/>
                  </a:moveTo>
                  <a:lnTo>
                    <a:pt x="0" y="78"/>
                  </a:lnTo>
                  <a:lnTo>
                    <a:pt x="1669" y="1042"/>
                  </a:lnTo>
                  <a:lnTo>
                    <a:pt x="3335" y="78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1" name="Google Shape;4281;p33"/>
            <p:cNvSpPr/>
            <p:nvPr/>
          </p:nvSpPr>
          <p:spPr>
            <a:xfrm>
              <a:off x="4302246" y="1578127"/>
              <a:ext cx="512234" cy="392774"/>
            </a:xfrm>
            <a:custGeom>
              <a:avLst/>
              <a:gdLst/>
              <a:ahLst/>
              <a:cxnLst/>
              <a:rect l="l" t="t" r="r" b="b"/>
              <a:pathLst>
                <a:path w="1878" h="1440" extrusionOk="0">
                  <a:moveTo>
                    <a:pt x="1" y="0"/>
                  </a:moveTo>
                  <a:lnTo>
                    <a:pt x="1" y="885"/>
                  </a:lnTo>
                  <a:cubicBezTo>
                    <a:pt x="1" y="1191"/>
                    <a:pt x="423" y="1439"/>
                    <a:pt x="939" y="1439"/>
                  </a:cubicBezTo>
                  <a:cubicBezTo>
                    <a:pt x="1457" y="1439"/>
                    <a:pt x="1877" y="1191"/>
                    <a:pt x="1877" y="885"/>
                  </a:cubicBezTo>
                  <a:lnTo>
                    <a:pt x="187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2" name="Google Shape;4282;p33"/>
            <p:cNvSpPr/>
            <p:nvPr/>
          </p:nvSpPr>
          <p:spPr>
            <a:xfrm>
              <a:off x="4101497" y="1265001"/>
              <a:ext cx="909638" cy="525336"/>
            </a:xfrm>
            <a:custGeom>
              <a:avLst/>
              <a:gdLst/>
              <a:ahLst/>
              <a:cxnLst/>
              <a:rect l="l" t="t" r="r" b="b"/>
              <a:pathLst>
                <a:path w="3335" h="1926" extrusionOk="0">
                  <a:moveTo>
                    <a:pt x="1666" y="0"/>
                  </a:moveTo>
                  <a:lnTo>
                    <a:pt x="0" y="962"/>
                  </a:lnTo>
                  <a:lnTo>
                    <a:pt x="1669" y="1926"/>
                  </a:lnTo>
                  <a:lnTo>
                    <a:pt x="3335" y="962"/>
                  </a:lnTo>
                  <a:lnTo>
                    <a:pt x="1666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3" name="Google Shape;4283;p33"/>
            <p:cNvSpPr/>
            <p:nvPr/>
          </p:nvSpPr>
          <p:spPr>
            <a:xfrm>
              <a:off x="4101497" y="1243999"/>
              <a:ext cx="909638" cy="525336"/>
            </a:xfrm>
            <a:custGeom>
              <a:avLst/>
              <a:gdLst/>
              <a:ahLst/>
              <a:cxnLst/>
              <a:rect l="l" t="t" r="r" b="b"/>
              <a:pathLst>
                <a:path w="3335" h="1926" extrusionOk="0">
                  <a:moveTo>
                    <a:pt x="1666" y="0"/>
                  </a:moveTo>
                  <a:lnTo>
                    <a:pt x="0" y="962"/>
                  </a:lnTo>
                  <a:lnTo>
                    <a:pt x="1669" y="1926"/>
                  </a:lnTo>
                  <a:lnTo>
                    <a:pt x="3335" y="962"/>
                  </a:lnTo>
                  <a:lnTo>
                    <a:pt x="16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4" name="Google Shape;4284;p33"/>
            <p:cNvSpPr/>
            <p:nvPr/>
          </p:nvSpPr>
          <p:spPr>
            <a:xfrm>
              <a:off x="4101497" y="1506119"/>
              <a:ext cx="455228" cy="284216"/>
            </a:xfrm>
            <a:custGeom>
              <a:avLst/>
              <a:gdLst/>
              <a:ahLst/>
              <a:cxnLst/>
              <a:rect l="l" t="t" r="r" b="b"/>
              <a:pathLst>
                <a:path w="1669" h="1042" extrusionOk="0">
                  <a:moveTo>
                    <a:pt x="0" y="1"/>
                  </a:moveTo>
                  <a:lnTo>
                    <a:pt x="0" y="78"/>
                  </a:lnTo>
                  <a:lnTo>
                    <a:pt x="1669" y="1042"/>
                  </a:lnTo>
                  <a:lnTo>
                    <a:pt x="1669" y="9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5" name="Google Shape;4285;p33"/>
            <p:cNvSpPr/>
            <p:nvPr/>
          </p:nvSpPr>
          <p:spPr>
            <a:xfrm>
              <a:off x="4742749" y="1796606"/>
              <a:ext cx="58642" cy="87829"/>
            </a:xfrm>
            <a:custGeom>
              <a:avLst/>
              <a:gdLst/>
              <a:ahLst/>
              <a:cxnLst/>
              <a:rect l="l" t="t" r="r" b="b"/>
              <a:pathLst>
                <a:path w="215" h="322" extrusionOk="0">
                  <a:moveTo>
                    <a:pt x="108" y="0"/>
                  </a:moveTo>
                  <a:cubicBezTo>
                    <a:pt x="71" y="0"/>
                    <a:pt x="41" y="30"/>
                    <a:pt x="39" y="64"/>
                  </a:cubicBezTo>
                  <a:lnTo>
                    <a:pt x="3" y="246"/>
                  </a:lnTo>
                  <a:cubicBezTo>
                    <a:pt x="1" y="287"/>
                    <a:pt x="33" y="321"/>
                    <a:pt x="74" y="321"/>
                  </a:cubicBezTo>
                  <a:lnTo>
                    <a:pt x="142" y="321"/>
                  </a:lnTo>
                  <a:cubicBezTo>
                    <a:pt x="183" y="321"/>
                    <a:pt x="215" y="287"/>
                    <a:pt x="211" y="246"/>
                  </a:cubicBezTo>
                  <a:lnTo>
                    <a:pt x="176" y="64"/>
                  </a:lnTo>
                  <a:cubicBezTo>
                    <a:pt x="174" y="30"/>
                    <a:pt x="144" y="0"/>
                    <a:pt x="108" y="0"/>
                  </a:cubicBezTo>
                  <a:close/>
                </a:path>
              </a:pathLst>
            </a:custGeom>
            <a:solidFill>
              <a:srgbClr val="FEBA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6" name="Google Shape;4286;p33"/>
            <p:cNvSpPr/>
            <p:nvPr/>
          </p:nvSpPr>
          <p:spPr>
            <a:xfrm>
              <a:off x="4520725" y="1461114"/>
              <a:ext cx="256117" cy="424960"/>
            </a:xfrm>
            <a:custGeom>
              <a:avLst/>
              <a:gdLst/>
              <a:ahLst/>
              <a:cxnLst/>
              <a:rect l="l" t="t" r="r" b="b"/>
              <a:pathLst>
                <a:path w="939" h="1558" extrusionOk="0">
                  <a:moveTo>
                    <a:pt x="18" y="1"/>
                  </a:moveTo>
                  <a:lnTo>
                    <a:pt x="1" y="29"/>
                  </a:lnTo>
                  <a:lnTo>
                    <a:pt x="905" y="562"/>
                  </a:lnTo>
                  <a:lnTo>
                    <a:pt x="905" y="1558"/>
                  </a:lnTo>
                  <a:lnTo>
                    <a:pt x="939" y="1558"/>
                  </a:lnTo>
                  <a:lnTo>
                    <a:pt x="939" y="543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FEBA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7" name="Google Shape;4287;p33"/>
            <p:cNvSpPr/>
            <p:nvPr/>
          </p:nvSpPr>
          <p:spPr>
            <a:xfrm>
              <a:off x="4750386" y="1742327"/>
              <a:ext cx="42823" cy="42823"/>
            </a:xfrm>
            <a:custGeom>
              <a:avLst/>
              <a:gdLst/>
              <a:ahLst/>
              <a:cxnLst/>
              <a:rect l="l" t="t" r="r" b="b"/>
              <a:pathLst>
                <a:path w="157" h="157" extrusionOk="0">
                  <a:moveTo>
                    <a:pt x="80" y="0"/>
                  </a:moveTo>
                  <a:cubicBezTo>
                    <a:pt x="35" y="0"/>
                    <a:pt x="1" y="36"/>
                    <a:pt x="1" y="79"/>
                  </a:cubicBezTo>
                  <a:cubicBezTo>
                    <a:pt x="1" y="122"/>
                    <a:pt x="35" y="156"/>
                    <a:pt x="80" y="156"/>
                  </a:cubicBezTo>
                  <a:cubicBezTo>
                    <a:pt x="123" y="156"/>
                    <a:pt x="157" y="122"/>
                    <a:pt x="157" y="79"/>
                  </a:cubicBezTo>
                  <a:cubicBezTo>
                    <a:pt x="157" y="36"/>
                    <a:pt x="123" y="0"/>
                    <a:pt x="80" y="0"/>
                  </a:cubicBezTo>
                  <a:close/>
                </a:path>
              </a:pathLst>
            </a:custGeom>
            <a:solidFill>
              <a:srgbClr val="FEBA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076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8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3"/>
                </a:solidFill>
              </a:rPr>
              <a:t>База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6824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9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3"/>
                </a:solidFill>
              </a:rPr>
              <a:t>Пользовательский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109685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10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3"/>
                </a:solidFill>
              </a:rPr>
              <a:t>Программная логика</a:t>
            </a:r>
          </a:p>
        </p:txBody>
      </p:sp>
    </p:spTree>
    <p:extLst>
      <p:ext uri="{BB962C8B-B14F-4D97-AF65-F5344CB8AC3E}">
        <p14:creationId xmlns:p14="http://schemas.microsoft.com/office/powerpoint/2010/main" val="3992960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11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3"/>
                </a:solidFill>
              </a:rPr>
              <a:t>Тестирование и результаты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0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buNone/>
            </a:pPr>
            <a:endParaRPr lang="ru-RU" sz="1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11013" y="6989000"/>
            <a:ext cx="7663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Сервер управляет официальным состоянием игры, обрабатывает игровую логику и обеспечивает честный игровой процесс. </a:t>
            </a:r>
          </a:p>
        </p:txBody>
      </p:sp>
    </p:spTree>
    <p:extLst>
      <p:ext uri="{BB962C8B-B14F-4D97-AF65-F5344CB8AC3E}">
        <p14:creationId xmlns:p14="http://schemas.microsoft.com/office/powerpoint/2010/main" val="43538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12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Заключение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3299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13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Перспективы развития 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44" y="1436498"/>
            <a:ext cx="6351767" cy="449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Группа 2"/>
          <p:cNvGrpSpPr/>
          <p:nvPr/>
        </p:nvGrpSpPr>
        <p:grpSpPr>
          <a:xfrm>
            <a:off x="5940152" y="2682553"/>
            <a:ext cx="2627312" cy="1224136"/>
            <a:chOff x="395536" y="1469951"/>
            <a:chExt cx="3020161" cy="12123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Google Shape;438;p40"/>
            <p:cNvSpPr/>
            <p:nvPr/>
          </p:nvSpPr>
          <p:spPr>
            <a:xfrm>
              <a:off x="395536" y="1469951"/>
              <a:ext cx="3020161" cy="121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defRPr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440;p40"/>
            <p:cNvSpPr txBox="1">
              <a:spLocks/>
            </p:cNvSpPr>
            <p:nvPr/>
          </p:nvSpPr>
          <p:spPr>
            <a:xfrm>
              <a:off x="540112" y="1735991"/>
              <a:ext cx="2731008" cy="680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  <a:defRPr/>
              </a:pPr>
              <a:r>
                <a:rPr lang="ru-RU" b="1" kern="0" dirty="0">
                  <a:solidFill>
                    <a:srgbClr val="FFFFFF"/>
                  </a:solidFill>
                </a:rPr>
                <a:t>Создание более демократической и открытой образовательной среды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812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7584" y="1844824"/>
            <a:ext cx="5976664" cy="496799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Спасибо за внимание!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94" y="4365104"/>
            <a:ext cx="3606813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Фамилия Имя Отчество</a:t>
            </a:r>
          </a:p>
          <a:p>
            <a:pPr lvl="0"/>
            <a:r>
              <a:rPr lang="ru-RU" sz="1400" dirty="0"/>
              <a:t>Студент группы </a:t>
            </a:r>
          </a:p>
          <a:p>
            <a:pPr lvl="0"/>
            <a:r>
              <a:rPr lang="ru-RU" sz="1400" dirty="0"/>
              <a:t>Дипломный руководитель: Кандрашина М.А.</a:t>
            </a:r>
          </a:p>
          <a:p>
            <a:pPr lvl="0"/>
            <a:r>
              <a:rPr lang="ru-RU" sz="1400" dirty="0"/>
              <a:t>Старший преподаватель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</p:spTree>
    <p:extLst>
      <p:ext uri="{BB962C8B-B14F-4D97-AF65-F5344CB8AC3E}">
        <p14:creationId xmlns:p14="http://schemas.microsoft.com/office/powerpoint/2010/main" val="33074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15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0"/>
          <p:cNvSpPr txBox="1"/>
          <p:nvPr/>
        </p:nvSpPr>
        <p:spPr>
          <a:xfrm>
            <a:off x="971600" y="412912"/>
            <a:ext cx="771520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sz="2000" b="1" dirty="0"/>
              <a:t>Название ВКР кратко</a:t>
            </a:r>
          </a:p>
        </p:txBody>
      </p:sp>
      <p:sp>
        <p:nvSpPr>
          <p:cNvPr id="210" name="Google Shape;210;p10"/>
          <p:cNvSpPr txBox="1"/>
          <p:nvPr/>
        </p:nvSpPr>
        <p:spPr>
          <a:xfrm>
            <a:off x="323528" y="465646"/>
            <a:ext cx="57606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ru-RU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Демонстрация проекта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78171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27584" y="1844824"/>
            <a:ext cx="5976664" cy="496799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Название ВКР согласно приказу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94" y="4365104"/>
            <a:ext cx="3686963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Фамилия Имя Отчество</a:t>
            </a:r>
          </a:p>
          <a:p>
            <a:pPr lvl="0"/>
            <a:r>
              <a:rPr lang="ru-RU" sz="1400" dirty="0"/>
              <a:t>Студент группы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</p:spTree>
    <p:extLst>
      <p:ext uri="{BB962C8B-B14F-4D97-AF65-F5344CB8AC3E}">
        <p14:creationId xmlns:p14="http://schemas.microsoft.com/office/powerpoint/2010/main" val="2199101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2928</TotalTime>
  <Words>830</Words>
  <Application>Microsoft Office PowerPoint</Application>
  <PresentationFormat>Экран (4:3)</PresentationFormat>
  <Paragraphs>140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Figtree</vt:lpstr>
      <vt:lpstr>Fira Sans Extra Condensed Medium</vt:lpstr>
      <vt:lpstr>Gilroy</vt:lpstr>
      <vt:lpstr>Gilroy SemiBold</vt:lpstr>
      <vt:lpstr>quote-cjk-patch</vt:lpstr>
      <vt:lpstr>Николаенко_ААИ-2015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Мария Кандрашина</cp:lastModifiedBy>
  <cp:revision>177</cp:revision>
  <cp:lastPrinted>2016-06-06T19:02:34Z</cp:lastPrinted>
  <dcterms:created xsi:type="dcterms:W3CDTF">2015-04-17T11:13:20Z</dcterms:created>
  <dcterms:modified xsi:type="dcterms:W3CDTF">2026-05-08T11:59:17Z</dcterms:modified>
</cp:coreProperties>
</file>