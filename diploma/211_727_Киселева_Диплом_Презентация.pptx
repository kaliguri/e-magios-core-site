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395C78-DB15-4FE3-B154-250D70970F20}">
  <a:tblStyle styleId="{9A395C78-DB15-4FE3-B154-250D70970F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8019eb0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8019eb0a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8019eb0a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8019eb0a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8019eb0a2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8019eb0a2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8019eb0a2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8019eb0a2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8019eb0a2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8019eb0a2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8019eb0a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8019eb0a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8019eb0a2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8019eb0a2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8019eb0a2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8019eb0a2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8019eb0a2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8019eb0a2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8019eb0a2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8019eb0a2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8019eb0a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8019eb0a2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8d2787921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8d2787921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NAti_MIWQkyNth-vqwbPWtGtLBGIYFfK/view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1555800"/>
            <a:ext cx="9144000" cy="203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Times New Roman"/>
                <a:ea typeface="Times New Roman"/>
                <a:cs typeface="Times New Roman"/>
                <a:sym typeface="Times New Roman"/>
              </a:rPr>
              <a:t>Разработка сетевой составляющей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Times New Roman"/>
                <a:ea typeface="Times New Roman"/>
                <a:cs typeface="Times New Roman"/>
                <a:sym typeface="Times New Roman"/>
              </a:rPr>
              <a:t>и пошагового боевого режима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Times New Roman"/>
                <a:ea typeface="Times New Roman"/>
                <a:cs typeface="Times New Roman"/>
                <a:sym typeface="Times New Roman"/>
              </a:rPr>
              <a:t>в Rogue-like игре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0" y="3942054"/>
            <a:ext cx="9144000" cy="12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" sz="1430">
                <a:latin typeface="Times New Roman"/>
                <a:ea typeface="Times New Roman"/>
                <a:cs typeface="Times New Roman"/>
                <a:sym typeface="Times New Roman"/>
              </a:rPr>
              <a:t>Автор: Киселева Екатерина Романовна</a:t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" sz="1430">
                <a:latin typeface="Times New Roman"/>
                <a:ea typeface="Times New Roman"/>
                <a:cs typeface="Times New Roman"/>
                <a:sym typeface="Times New Roman"/>
              </a:rPr>
              <a:t>Студент группы 211-727</a:t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" sz="1430">
                <a:latin typeface="Times New Roman"/>
                <a:ea typeface="Times New Roman"/>
                <a:cs typeface="Times New Roman"/>
                <a:sym typeface="Times New Roman"/>
              </a:rPr>
              <a:t> Научный руководитель: Арсентьев Д.А.</a:t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3700" y="4000328"/>
            <a:ext cx="2500299" cy="131267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696" y="-9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Федеральное государственное автономное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образовательное учреждение высшего образования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«Московский политехнический университет»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783825"/>
            <a:ext cx="5582100" cy="25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проекта: 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Потребность рынка в играх жанра Rogue-like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Меньшая конкуренция в жанре, если рассматривать игры с кооперативной составляющей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Спрос на графику Pixel Art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" name="Google Shape;64;p14" title="Skeleton Pries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800" y="1581025"/>
            <a:ext cx="2945400" cy="29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783825"/>
            <a:ext cx="55821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работы: 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сетевой составляющей и пошагового боевого режима в Rogue-like игре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15" title="Chess Mast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800" y="1581025"/>
            <a:ext cx="2945400" cy="29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Общее описание игры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7" name="Google Shape;77;p16"/>
          <p:cNvGraphicFramePr/>
          <p:nvPr/>
        </p:nvGraphicFramePr>
        <p:xfrm>
          <a:off x="955600" y="1017725"/>
          <a:ext cx="6926550" cy="1781650"/>
        </p:xfrm>
        <a:graphic>
          <a:graphicData uri="http://schemas.openxmlformats.org/drawingml/2006/table">
            <a:tbl>
              <a:tblPr>
                <a:noFill/>
                <a:tableStyleId>{9A395C78-DB15-4FE3-B154-250D70970F20}</a:tableStyleId>
              </a:tblPr>
              <a:tblGrid>
                <a:gridCol w="346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81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Платформа: </a:t>
                      </a:r>
                      <a:r>
                        <a:rPr lang="r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PC</a:t>
                      </a:r>
                      <a:br>
                        <a:rPr lang="r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Основные жанры: </a:t>
                      </a:r>
                      <a:r>
                        <a:rPr lang="r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Coop/Rogue-like/Turn-Based</a:t>
                      </a:r>
                      <a:br>
                        <a:rPr lang="r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Сеттинг: </a:t>
                      </a:r>
                      <a:r>
                        <a:rPr lang="r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Fantasy (”Фэнтези”)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 b="1">
                          <a:solidFill>
                            <a:srgbClr val="17161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Графика: </a:t>
                      </a:r>
                      <a:r>
                        <a:rPr lang="ru" sz="1800">
                          <a:solidFill>
                            <a:srgbClr val="17161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Top-Down / Pixel Art / 2D</a:t>
                      </a:r>
                      <a:br>
                        <a:rPr lang="ru" sz="1800">
                          <a:solidFill>
                            <a:srgbClr val="17161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" sz="1800" b="1">
                          <a:solidFill>
                            <a:srgbClr val="17161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Движок: </a:t>
                      </a:r>
                      <a:r>
                        <a:rPr lang="ru" sz="1800">
                          <a:solidFill>
                            <a:srgbClr val="17161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Unity</a:t>
                      </a:r>
                      <a:br>
                        <a:rPr lang="ru" sz="1800">
                          <a:solidFill>
                            <a:srgbClr val="17161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" sz="1800" b="1">
                          <a:solidFill>
                            <a:srgbClr val="17161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Мультиплеер: </a:t>
                      </a:r>
                      <a:r>
                        <a:rPr lang="ru" sz="1800">
                          <a:solidFill>
                            <a:srgbClr val="17161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Netcode for GameObjects + Unity Transport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91896"/>
            <a:ext cx="9144000" cy="245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>
                <a:latin typeface="Times New Roman"/>
                <a:ea typeface="Times New Roman"/>
                <a:cs typeface="Times New Roman"/>
                <a:sym typeface="Times New Roman"/>
              </a:rPr>
              <a:t>Основные элементы игры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783825"/>
            <a:ext cx="5582100" cy="17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Система пошагового боя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Система передвижения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Скиллы героев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Атаки босса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Статус эффекты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7" title="Shield Bear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0700" y="1179175"/>
            <a:ext cx="2945400" cy="29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>
                <a:latin typeface="Times New Roman"/>
                <a:ea typeface="Times New Roman"/>
                <a:cs typeface="Times New Roman"/>
                <a:sym typeface="Times New Roman"/>
              </a:rPr>
              <a:t>Основные элементы игры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783825"/>
            <a:ext cx="4368300" cy="17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Пошаговая система:</a:t>
            </a:r>
            <a:b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Игроки по очереди выбирают действия, учитывая энергию и способности, с учетом синхронизации порядка ходов через Turn Order Manager.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8" title="Сокращенная UML-диаграмма последовательности для боевого цикла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9" y="0"/>
            <a:ext cx="420831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2763" y="1065899"/>
            <a:ext cx="9969538" cy="4077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>
                <a:latin typeface="Times New Roman"/>
                <a:ea typeface="Times New Roman"/>
                <a:cs typeface="Times New Roman"/>
                <a:sym typeface="Times New Roman"/>
              </a:rPr>
              <a:t>Основные элементы игры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2387850" y="2077200"/>
            <a:ext cx="4368300" cy="2055000"/>
          </a:xfrm>
          <a:prstGeom prst="rect">
            <a:avLst/>
          </a:prstGeom>
          <a:solidFill>
            <a:srgbClr val="E6B8AF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Система передвижения:</a:t>
            </a:r>
            <a:b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Игроки передвигаются по клеточной сетке, не могут останавливаться на занятой клетке. Путь движения визуализируется перед подтверждением, что помогает планировать стратегию хода.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>
                <a:latin typeface="Times New Roman"/>
                <a:ea typeface="Times New Roman"/>
                <a:cs typeface="Times New Roman"/>
                <a:sym typeface="Times New Roman"/>
              </a:rPr>
              <a:t>Основные элементы игры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1783825"/>
            <a:ext cx="43683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Скиллы героев:</a:t>
            </a:r>
            <a:b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Каждый персонаж имеет уникальные способности, соответствующие его роли: атакующий наносит урон, защитник накладывает щиты, целитель восстанавливает здоровье, а стратег управляет передвижением союзников.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20" title="Riflema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3425" y="1612025"/>
            <a:ext cx="2717200" cy="27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>
                <a:latin typeface="Times New Roman"/>
                <a:ea typeface="Times New Roman"/>
                <a:cs typeface="Times New Roman"/>
                <a:sym typeface="Times New Roman"/>
              </a:rPr>
              <a:t>Основные элементы игры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311700" y="1783825"/>
            <a:ext cx="4368300" cy="20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Атаки босса:</a:t>
            </a:r>
            <a:b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Атаки босса предсказываются перед ходом игроков. Босс показывает свои атаки, позволяя игрокам стратегически планировать действия для избежания урона и применения контрмер.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21" title="Berserk_Scream.gif"/>
          <p:cNvPicPr preferRelativeResize="0"/>
          <p:nvPr/>
        </p:nvPicPr>
        <p:blipFill rotWithShape="1">
          <a:blip r:embed="rId3">
            <a:alphaModFix/>
          </a:blip>
          <a:srcRect l="11672" t="16150" r="12288" b="10271"/>
          <a:stretch/>
        </p:blipFill>
        <p:spPr>
          <a:xfrm>
            <a:off x="5369800" y="1474988"/>
            <a:ext cx="2905500" cy="281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668550" y="1231050"/>
            <a:ext cx="7806900" cy="26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Выводы</a:t>
            </a: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Реализованы основные механики игры, включая пошаговый бой, кооперативное взаимодействие и систему очередности ходов.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Перспективы</a:t>
            </a: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Планируется расширение контента, улучшение графики и добавление новых уровней.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Значимость работы:</a:t>
            </a: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Проект представляет ценность для образовательного процесса, предлагает увлекательный игровой опыт и является примером успешной инди-разработки.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ctrTitle"/>
          </p:nvPr>
        </p:nvSpPr>
        <p:spPr>
          <a:xfrm>
            <a:off x="311700" y="1101100"/>
            <a:ext cx="8520600" cy="17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Спасибо за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внимание!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3700" y="4000328"/>
            <a:ext cx="2500299" cy="131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>
            <a:spLocks noGrp="1"/>
          </p:cNvSpPr>
          <p:nvPr>
            <p:ph type="subTitle" idx="1"/>
          </p:nvPr>
        </p:nvSpPr>
        <p:spPr>
          <a:xfrm>
            <a:off x="311696" y="2878341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" sz="1430">
                <a:latin typeface="Times New Roman"/>
                <a:ea typeface="Times New Roman"/>
                <a:cs typeface="Times New Roman"/>
                <a:sym typeface="Times New Roman"/>
              </a:rPr>
              <a:t>Автор: Киселева Екатерина Романовна</a:t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" sz="1430">
                <a:latin typeface="Times New Roman"/>
                <a:ea typeface="Times New Roman"/>
                <a:cs typeface="Times New Roman"/>
                <a:sym typeface="Times New Roman"/>
              </a:rPr>
              <a:t>Студентка группы 211-727</a:t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" sz="1430"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руководитель: Арсентьев Д.А.</a:t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23" title="9ddffc542283a6588c37aed909589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6500" y="1101102"/>
            <a:ext cx="2941324" cy="294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4" title="трейлер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Microsoft Office PowerPoint</Application>
  <PresentationFormat>Экран (16:9)</PresentationFormat>
  <Paragraphs>43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Simple Light</vt:lpstr>
      <vt:lpstr>Разработка сетевой составляющей и пошагового боевого режима в Rogue-like игре</vt:lpstr>
      <vt:lpstr>Введение</vt:lpstr>
      <vt:lpstr>Введение</vt:lpstr>
      <vt:lpstr>Общее описание игры</vt:lpstr>
      <vt:lpstr>Основные элементы игры</vt:lpstr>
      <vt:lpstr>Основные элементы игры</vt:lpstr>
      <vt:lpstr>Основные элементы игры</vt:lpstr>
      <vt:lpstr>Основные элементы игры</vt:lpstr>
      <vt:lpstr>Основные элементы игры</vt:lpstr>
      <vt:lpstr>Заключение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сетевой составляющей и пошагового боевого режима в Rogue-like игре</dc:title>
  <dc:creator>Kaliguri</dc:creator>
  <cp:lastModifiedBy>Kaliguri</cp:lastModifiedBy>
  <cp:revision>1</cp:revision>
  <dcterms:modified xsi:type="dcterms:W3CDTF">2026-03-13T18:14:53Z</dcterms:modified>
</cp:coreProperties>
</file>