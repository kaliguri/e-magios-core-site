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375" r:id="rId2"/>
    <p:sldId id="381" r:id="rId3"/>
    <p:sldId id="391" r:id="rId4"/>
    <p:sldId id="390" r:id="rId5"/>
    <p:sldId id="385" r:id="rId6"/>
    <p:sldId id="392" r:id="rId7"/>
    <p:sldId id="386" r:id="rId8"/>
    <p:sldId id="387" r:id="rId9"/>
    <p:sldId id="393" r:id="rId10"/>
    <p:sldId id="394" r:id="rId11"/>
    <p:sldId id="389" r:id="rId12"/>
    <p:sldId id="384" r:id="rId13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906E"/>
    <a:srgbClr val="E63246"/>
    <a:srgbClr val="55B432"/>
    <a:srgbClr val="874BA0"/>
    <a:srgbClr val="4B6EB9"/>
    <a:srgbClr val="305DBE"/>
    <a:srgbClr val="4B93E3"/>
    <a:srgbClr val="6B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4" autoAdjust="0"/>
    <p:restoredTop sz="92430" autoAdjust="0"/>
  </p:normalViewPr>
  <p:slideViewPr>
    <p:cSldViewPr>
      <p:cViewPr varScale="1">
        <p:scale>
          <a:sx n="113" d="100"/>
          <a:sy n="113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73E7F-7578-4DD4-82FD-40C24D6EA17C}" type="datetimeFigureOut">
              <a:rPr lang="ru-RU" smtClean="0"/>
              <a:t>14.05.2026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C04A8-8E84-4CDF-9B92-36B2179632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5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9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6735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318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2804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10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9712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2421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7050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187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0D80-164F-4ECE-A815-4FDD83F9BCA5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21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8CD6-BB20-4C52-B81D-B7785C33963A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64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67C-FD54-4096-A385-8F8657C73047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71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76E6-C242-4724-A575-17A3D2DBE5B9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5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2084D-7615-4765-BEBB-FC2ADD0D2DA6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2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003A1-BF28-48BC-9995-A08902293C2F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42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2774-8C0E-4227-8A4F-13D7074C7957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009E-B0BA-40F4-9409-BAD477F7AA27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62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8B98-2144-49DA-A188-3A9AAE81BE8F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3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0CD5-AEFD-4FB0-8E05-A24BD20C7889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82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A9A4-3005-430B-8AC7-63EFCE895077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38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7E8C-EA9C-421C-A5E1-3533048FB457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gif"/><Relationship Id="rId5" Type="http://schemas.openxmlformats.org/officeDocument/2006/relationships/image" Target="../media/image13.gif"/><Relationship Id="rId4" Type="http://schemas.openxmlformats.org/officeDocument/2006/relationships/image" Target="../media/image1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image" Target="../media/image17.gif"/><Relationship Id="rId4" Type="http://schemas.openxmlformats.org/officeDocument/2006/relationships/image" Target="../media/image16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D8B31-06E9-46D3-AAFA-52D3CA6C5A17}"/>
              </a:ext>
            </a:extLst>
          </p:cNvPr>
          <p:cNvSpPr/>
          <p:nvPr/>
        </p:nvSpPr>
        <p:spPr>
          <a:xfrm>
            <a:off x="1547664" y="116632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Федеральное государственное автономное образовательное учреждение высшего образования «Московский политехнический университет»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8BA12-E3B0-41D9-A987-AAEE28952C8B}"/>
              </a:ext>
            </a:extLst>
          </p:cNvPr>
          <p:cNvSpPr txBox="1"/>
          <p:nvPr/>
        </p:nvSpPr>
        <p:spPr>
          <a:xfrm>
            <a:off x="827584" y="1844824"/>
            <a:ext cx="5976664" cy="927686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Разработка сайта для </a:t>
            </a:r>
          </a:p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настольно-ролевой игры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99B0B-F466-41B6-8460-A62C45E458C0}"/>
              </a:ext>
            </a:extLst>
          </p:cNvPr>
          <p:cNvSpPr txBox="1"/>
          <p:nvPr/>
        </p:nvSpPr>
        <p:spPr>
          <a:xfrm>
            <a:off x="899594" y="4365104"/>
            <a:ext cx="4023914" cy="927686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pPr lvl="0"/>
            <a:r>
              <a:rPr lang="ru-RU" sz="1400" dirty="0"/>
              <a:t>Автор: Гайдарь Максим Денисович</a:t>
            </a:r>
          </a:p>
          <a:p>
            <a:pPr lvl="0"/>
            <a:r>
              <a:rPr lang="ru-RU" sz="1400" dirty="0"/>
              <a:t>Студент группы 221-3711</a:t>
            </a:r>
          </a:p>
          <a:p>
            <a:pPr lvl="0"/>
            <a:r>
              <a:rPr lang="ru-RU" sz="1400" dirty="0"/>
              <a:t>Дипломный руководитель: Кандрашина М. А. </a:t>
            </a:r>
          </a:p>
          <a:p>
            <a:pPr lvl="0"/>
            <a:r>
              <a:rPr lang="ru-RU" sz="1400" dirty="0"/>
              <a:t>Старший преподаватель </a:t>
            </a:r>
          </a:p>
        </p:txBody>
      </p:sp>
    </p:spTree>
    <p:extLst>
      <p:ext uri="{BB962C8B-B14F-4D97-AF65-F5344CB8AC3E}">
        <p14:creationId xmlns:p14="http://schemas.microsoft.com/office/powerpoint/2010/main" val="243643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4B6EB9"/>
                </a:solidFill>
                <a:cs typeface="Arial"/>
              </a:rPr>
              <a:t>Актуальность и Цель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2</a:t>
            </a:fld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b="1" dirty="0">
                <a:cs typeface="Arial"/>
              </a:rPr>
              <a:t>Актуальность</a:t>
            </a:r>
            <a:r>
              <a:rPr lang="ru-RU" altLang="ru-RU" sz="1800" dirty="0">
                <a:cs typeface="Arial"/>
              </a:rPr>
              <a:t> разрабатываемого проекта обусловлена ростом интереса к настольным ролевым системам и одновременным увеличением потребности в цифровых инструментах, сопровождающих игровой процесс.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b="1" dirty="0">
                <a:cs typeface="Arial"/>
              </a:rPr>
              <a:t>Цель работы </a:t>
            </a:r>
            <a:r>
              <a:rPr lang="ru-RU" altLang="ru-RU" sz="1800" dirty="0">
                <a:cs typeface="Arial"/>
              </a:rPr>
              <a:t>- разработка многофункционального веб-сайта для поддержки настольной ролевой системы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Core, обеспечивающего удобный доступ к игровому контенту и предоставляющего пользователям интерактивные инструменты для подготовки и сопровождения игрового процесса. </a:t>
            </a:r>
          </a:p>
        </p:txBody>
      </p:sp>
    </p:spTree>
    <p:extLst>
      <p:ext uri="{BB962C8B-B14F-4D97-AF65-F5344CB8AC3E}">
        <p14:creationId xmlns:p14="http://schemas.microsoft.com/office/powerpoint/2010/main" val="254786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Задачи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3</a:t>
            </a:fld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ru-RU" altLang="ru-RU" sz="1800" b="1" dirty="0">
                <a:cs typeface="Arial"/>
              </a:rPr>
              <a:t>Цель работы </a:t>
            </a:r>
            <a:r>
              <a:rPr lang="ru-RU" altLang="ru-RU" sz="1800" dirty="0">
                <a:cs typeface="Arial"/>
              </a:rPr>
              <a:t>- разработка многофункционального веб-сайта для поддержки настольной ролевой системы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Core, обеспечивающего удобный доступ к игровому контенту и предоставляющего пользователям интерактивные инструменты для подготовки и сопровождения игрового процесса. 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800" b="1" dirty="0"/>
              <a:t>Задачи: 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Исследование предметной области</a:t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Анализ аналогичных продуктов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Создание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>парсинга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 для переноса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>переноса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 контента из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>Obsidian</a:t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Проектирование структуры веб-приложения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Разработка веб-сайта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Тестирование</a:t>
            </a: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2921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7030A0"/>
                </a:solidFill>
                <a:cs typeface="Arial"/>
              </a:rPr>
              <a:t>Анализ конкурентов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Для анализа были выбраны ресурсы </a:t>
            </a:r>
            <a:r>
              <a:rPr lang="ru-RU" altLang="ru-RU" sz="1800" b="1" dirty="0">
                <a:cs typeface="Arial"/>
              </a:rPr>
              <a:t>dnd.su</a:t>
            </a:r>
            <a:r>
              <a:rPr lang="ru-RU" altLang="ru-RU" sz="1800" dirty="0">
                <a:cs typeface="Arial"/>
              </a:rPr>
              <a:t>, </a:t>
            </a:r>
            <a:r>
              <a:rPr lang="ru-RU" altLang="ru-RU" sz="1800" b="1" dirty="0" err="1">
                <a:cs typeface="Arial"/>
              </a:rPr>
              <a:t>ttg.club</a:t>
            </a:r>
            <a:r>
              <a:rPr lang="ru-RU" altLang="ru-RU" sz="1800" b="1" dirty="0">
                <a:cs typeface="Arial"/>
              </a:rPr>
              <a:t> </a:t>
            </a:r>
            <a:r>
              <a:rPr lang="ru-RU" altLang="ru-RU" sz="1800" dirty="0">
                <a:cs typeface="Arial"/>
              </a:rPr>
              <a:t>и </a:t>
            </a:r>
            <a:r>
              <a:rPr lang="ru-RU" altLang="ru-RU" sz="1800" b="1" dirty="0">
                <a:cs typeface="Arial"/>
              </a:rPr>
              <a:t>Long Story </a:t>
            </a:r>
            <a:r>
              <a:rPr lang="ru-RU" altLang="ru-RU" sz="1800" b="1" dirty="0" err="1">
                <a:cs typeface="Arial"/>
              </a:rPr>
              <a:t>Short</a:t>
            </a:r>
            <a:r>
              <a:rPr lang="ru-RU" altLang="ru-RU" sz="1800" dirty="0">
                <a:cs typeface="Arial"/>
              </a:rPr>
              <a:t>, так как они являются самыми популярными аналогами, а также представляют разные подходы к цифровой поддержке настольных ролевых игр.</a:t>
            </a:r>
          </a:p>
          <a:p>
            <a:pPr marL="0" indent="0">
              <a:spcAft>
                <a:spcPts val="1200"/>
              </a:spcAft>
              <a:buNone/>
            </a:pPr>
            <a:endParaRPr lang="ru-RU" altLang="ru-RU" sz="1800" dirty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4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FDE778-A2FF-41AD-8499-592AA7336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32" y="2949366"/>
            <a:ext cx="4083249" cy="20182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0C5D62-FE9C-40A6-87F7-9507FFFB8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969" y="2949367"/>
            <a:ext cx="4083248" cy="201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1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1C906E"/>
                </a:solidFill>
                <a:cs typeface="Arial"/>
              </a:rPr>
              <a:t>Общее описание сайта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Проект представляет собой многофункциональную веб-платформу, включающую базу данных игровых материалов, редактор персонажей, систему бросков кубов, интеграцию с </a:t>
            </a:r>
            <a:r>
              <a:rPr lang="ru-RU" altLang="ru-RU" sz="1800" dirty="0" err="1">
                <a:cs typeface="Arial"/>
              </a:rPr>
              <a:t>Discord</a:t>
            </a:r>
            <a:r>
              <a:rPr lang="ru-RU" altLang="ru-RU" sz="1800" dirty="0">
                <a:cs typeface="Arial"/>
              </a:rPr>
              <a:t>.</a:t>
            </a: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5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FB55B6-5E49-4EA3-A0C7-F58FCA38F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586882"/>
            <a:ext cx="6188413" cy="33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0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chemeClr val="accent4">
                    <a:lumMod val="75000"/>
                  </a:schemeClr>
                </a:solidFill>
                <a:cs typeface="Arial"/>
              </a:rPr>
              <a:t>Obsidian Vault</a:t>
            </a:r>
            <a:endParaRPr lang="ru-RU" sz="1800" b="1" dirty="0">
              <a:solidFill>
                <a:schemeClr val="accent4">
                  <a:lumMod val="75000"/>
                </a:schemeClr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6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5F01D9-C94E-4C14-86F6-CBE125CB2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616952"/>
            <a:ext cx="7849283" cy="423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4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Основные элементы веб-приложения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Проект представляет собой многофункциональную веб-платформу, включающую базу данных игровых материалов, редактор персонажей, систему бросков кубов, интеграцию с </a:t>
            </a:r>
            <a:r>
              <a:rPr lang="ru-RU" altLang="ru-RU" sz="1800" dirty="0" err="1">
                <a:cs typeface="Arial"/>
              </a:rPr>
              <a:t>Discord</a:t>
            </a:r>
            <a:r>
              <a:rPr lang="ru-RU" altLang="ru-RU" sz="1800" dirty="0">
                <a:cs typeface="Arial"/>
              </a:rPr>
              <a:t>.</a:t>
            </a: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7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318856-1FE8-4CC1-A6BD-407779616F3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2558752"/>
            <a:ext cx="4357797" cy="243219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36D141-017E-40C3-BDE1-641EFC426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2558752"/>
            <a:ext cx="3899603" cy="243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1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Основные элементы веб-приложения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Проект представляет собой многофункциональную веб-платформу, включающую базу данных игровых материалов, редактор персонажей, систему бросков кубов, интеграцию с </a:t>
            </a:r>
            <a:r>
              <a:rPr lang="ru-RU" altLang="ru-RU" sz="1800" dirty="0" err="1">
                <a:cs typeface="Arial"/>
              </a:rPr>
              <a:t>Discord</a:t>
            </a:r>
            <a:r>
              <a:rPr lang="ru-RU" altLang="ru-RU" sz="1800" dirty="0">
                <a:cs typeface="Arial"/>
              </a:rPr>
              <a:t>.</a:t>
            </a: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8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DA4EA1-22B2-4CBA-9724-878C6CAA5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558752"/>
            <a:ext cx="1943848" cy="328498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E7137A-7D52-42E8-BDDF-E04C863FF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927" y="2574429"/>
            <a:ext cx="6060529" cy="327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88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0070C0"/>
                </a:solidFill>
                <a:cs typeface="Arial"/>
              </a:rPr>
              <a:t>Основные элементы веб-</a:t>
            </a:r>
            <a:r>
              <a:rPr lang="ru-RU" sz="1800" b="1" dirty="0" err="1">
                <a:solidFill>
                  <a:srgbClr val="0070C0"/>
                </a:solidFill>
                <a:cs typeface="Arial"/>
              </a:rPr>
              <a:t>приложеия</a:t>
            </a:r>
            <a:endParaRPr lang="ru-RU" sz="1800" b="1" dirty="0">
              <a:solidFill>
                <a:srgbClr val="0070C0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9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6BE6B3-9602-433E-93F3-DE3B7DDC8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778" y="3143227"/>
            <a:ext cx="4431968" cy="248497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04DD23-8A77-4858-9B4A-3F3F4FAAE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33" y="3143227"/>
            <a:ext cx="4431969" cy="24849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25DB772-D95E-4986-A627-FFB87D5EC0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033" y="476672"/>
            <a:ext cx="4431967" cy="24849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0169E1C-6BB1-41D4-A115-68CBAE9438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4007" y="484312"/>
            <a:ext cx="4431967" cy="24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83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0070C0"/>
                </a:solidFill>
                <a:cs typeface="Arial"/>
              </a:rPr>
              <a:t>Основные элементы веб-</a:t>
            </a:r>
            <a:r>
              <a:rPr lang="ru-RU" sz="1800" b="1" dirty="0" err="1">
                <a:solidFill>
                  <a:srgbClr val="0070C0"/>
                </a:solidFill>
                <a:cs typeface="Arial"/>
              </a:rPr>
              <a:t>приложеия</a:t>
            </a:r>
            <a:endParaRPr lang="ru-RU" sz="1800" b="1" dirty="0">
              <a:solidFill>
                <a:srgbClr val="0070C0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10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6BE6B3-9602-433E-93F3-DE3B7DDC8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1851" y="3143227"/>
            <a:ext cx="4431968" cy="24849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04DD23-8A77-4858-9B4A-3F3F4FAAE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034" y="3143227"/>
            <a:ext cx="4431967" cy="24849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25DB772-D95E-4986-A627-FFB87D5EC0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033" y="476672"/>
            <a:ext cx="4431967" cy="24849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0169E1C-6BB1-41D4-A115-68CBAE9438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4008" y="484312"/>
            <a:ext cx="4431965" cy="24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9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FF0000"/>
                </a:solidFill>
                <a:cs typeface="Arial"/>
              </a:rPr>
              <a:t>Заключение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В ходе выполнения выпускной квалификационной работы был разработан веб-сайт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Core. В процессе создания программного продукта были успешно выполнены этапы анализа, проектирования, разработки и тестирования, что позволило достичь соответствия поставленным целям и задачам.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b="1" dirty="0">
                <a:cs typeface="Arial"/>
              </a:rPr>
              <a:t>Перспективы: </a:t>
            </a:r>
            <a:r>
              <a:rPr lang="ru-RU" altLang="ru-RU" sz="1800" dirty="0">
                <a:cs typeface="Arial"/>
              </a:rPr>
              <a:t>Планируется расширение контента, добавление интеграции в </a:t>
            </a:r>
            <a:r>
              <a:rPr lang="en-US" altLang="ru-RU" sz="1800" dirty="0">
                <a:cs typeface="Arial"/>
              </a:rPr>
              <a:t>Telegram</a:t>
            </a:r>
            <a:r>
              <a:rPr lang="ru-RU" altLang="ru-RU" sz="1800" dirty="0">
                <a:cs typeface="Arial"/>
              </a:rPr>
              <a:t> и создание системы лобби</a:t>
            </a:r>
            <a:r>
              <a:rPr lang="en-US" altLang="ru-RU" sz="1800" dirty="0">
                <a:cs typeface="Arial"/>
              </a:rPr>
              <a:t>.</a:t>
            </a:r>
            <a:endParaRPr lang="ru-RU" altLang="ru-RU" sz="1800" dirty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endParaRPr lang="ru-RU" altLang="ru-RU" sz="1800" dirty="0">
              <a:cs typeface="Arial"/>
            </a:endParaRPr>
          </a:p>
          <a:p>
            <a:pPr marL="0" indent="0">
              <a:spcAft>
                <a:spcPts val="1200"/>
              </a:spcAft>
              <a:buNone/>
            </a:pP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649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ACE39A-2B63-48BC-9AA8-7DF857F3B454}"/>
              </a:ext>
            </a:extLst>
          </p:cNvPr>
          <p:cNvSpPr txBox="1"/>
          <p:nvPr/>
        </p:nvSpPr>
        <p:spPr>
          <a:xfrm>
            <a:off x="755576" y="1916832"/>
            <a:ext cx="5713476" cy="927686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Times New Roman"/>
                <a:ea typeface="Times New Roman"/>
                <a:cs typeface="Times New Roman"/>
                <a:sym typeface="Times New Roman"/>
              </a:rPr>
              <a:t>Автор: Гайдарь Максим Денисович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Times New Roman"/>
                <a:ea typeface="Times New Roman"/>
                <a:cs typeface="Times New Roman"/>
                <a:sym typeface="Times New Roman"/>
              </a:rPr>
              <a:t>Студент группы 221-3711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lang="ru-RU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 </a:t>
            </a:r>
            <a:r>
              <a:rPr lang="ru-RU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Кандрашина</a:t>
            </a:r>
            <a:r>
              <a:rPr lang="ru-RU" sz="1400" dirty="0">
                <a:latin typeface="Times New Roman"/>
                <a:ea typeface="Times New Roman"/>
                <a:cs typeface="Times New Roman"/>
                <a:sym typeface="Times New Roman"/>
              </a:rPr>
              <a:t> М.А.</a:t>
            </a:r>
          </a:p>
        </p:txBody>
      </p:sp>
    </p:spTree>
    <p:extLst>
      <p:ext uri="{BB962C8B-B14F-4D97-AF65-F5344CB8AC3E}">
        <p14:creationId xmlns:p14="http://schemas.microsoft.com/office/powerpoint/2010/main" val="383605847"/>
      </p:ext>
    </p:extLst>
  </p:cSld>
  <p:clrMapOvr>
    <a:masterClrMapping/>
  </p:clrMapOvr>
</p:sld>
</file>

<file path=ppt/theme/theme1.xml><?xml version="1.0" encoding="utf-8"?>
<a:theme xmlns:a="http://schemas.openxmlformats.org/drawingml/2006/main" name="Николаенко_ААИ-2015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Gilroy Semi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Николаенко_ААИ-2015.thmx</Template>
  <TotalTime>884</TotalTime>
  <Words>404</Words>
  <Application>Microsoft Office PowerPoint</Application>
  <PresentationFormat>Экран (4:3)</PresentationFormat>
  <Paragraphs>69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Gilroy</vt:lpstr>
      <vt:lpstr>Gilroy Bold</vt:lpstr>
      <vt:lpstr>Gilroy SemiBold</vt:lpstr>
      <vt:lpstr>Times New Roman</vt:lpstr>
      <vt:lpstr>Николаенко_ААИ-2015</vt:lpstr>
      <vt:lpstr>Презентация PowerPoint</vt:lpstr>
      <vt:lpstr>Актуальность и Цель</vt:lpstr>
      <vt:lpstr>Задачи</vt:lpstr>
      <vt:lpstr>Анализ конкурентов</vt:lpstr>
      <vt:lpstr>Общее описание сайта</vt:lpstr>
      <vt:lpstr>Obsidian Vault</vt:lpstr>
      <vt:lpstr>Основные элементы веб-приложения</vt:lpstr>
      <vt:lpstr>Основные элементы веб-приложения</vt:lpstr>
      <vt:lpstr>Основные элементы веб-приложеия</vt:lpstr>
      <vt:lpstr>Основные элементы веб-приложеия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Lepeshkin</dc:creator>
  <cp:lastModifiedBy>Kaliguri</cp:lastModifiedBy>
  <cp:revision>117</cp:revision>
  <cp:lastPrinted>2016-06-06T19:02:34Z</cp:lastPrinted>
  <dcterms:created xsi:type="dcterms:W3CDTF">2015-04-17T11:13:20Z</dcterms:created>
  <dcterms:modified xsi:type="dcterms:W3CDTF">2026-05-14T09:22:57Z</dcterms:modified>
</cp:coreProperties>
</file>